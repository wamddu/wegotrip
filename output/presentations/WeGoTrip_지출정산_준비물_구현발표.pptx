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64ab5cbf384d78" /><Relationship Type="http://schemas.openxmlformats.org/officeDocument/2006/relationships/extended-properties" Target="/docProps/app.xml" Id="Rcbc80c3d3d2e44a0" /><Relationship Type="http://schemas.openxmlformats.org/officeDocument/2006/relationships/officeDocument" Target="/ppt/presentation.xml" Id="Rb3f9f59b486946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3974718b64b57"/>
  </p:sldMasterIdLst>
  <p:notesMasterIdLst>
    <p:notesMasterId xmlns:r="http://schemas.openxmlformats.org/officeDocument/2006/relationships" r:id="R053033b73e54428b"/>
  </p:notesMasterIdLst>
  <p:sldIdLst>
    <p:sldId xmlns:r="http://schemas.openxmlformats.org/officeDocument/2006/relationships" id="256" r:id="R2c2dcce11c424eca"/>
    <p:sldId xmlns:r="http://schemas.openxmlformats.org/officeDocument/2006/relationships" id="257" r:id="R3d3e24c1f5694e01"/>
    <p:sldId xmlns:r="http://schemas.openxmlformats.org/officeDocument/2006/relationships" id="258" r:id="R96863cc97b4d4462"/>
    <p:sldId xmlns:r="http://schemas.openxmlformats.org/officeDocument/2006/relationships" id="259" r:id="R2397b7ece896404c"/>
    <p:sldId xmlns:r="http://schemas.openxmlformats.org/officeDocument/2006/relationships" id="260" r:id="Rf29b8b009d9c40cf"/>
    <p:sldId xmlns:r="http://schemas.openxmlformats.org/officeDocument/2006/relationships" id="261" r:id="Rfc61caae0f8543f4"/>
    <p:sldId xmlns:r="http://schemas.openxmlformats.org/officeDocument/2006/relationships" id="262" r:id="R17ed1322fafa424b"/>
    <p:sldId xmlns:r="http://schemas.openxmlformats.org/officeDocument/2006/relationships" id="263" r:id="R7e57b9ac07df4c75"/>
    <p:sldId xmlns:r="http://schemas.openxmlformats.org/officeDocument/2006/relationships" id="264" r:id="Rf17a959147aa4cc3"/>
    <p:sldId xmlns:r="http://schemas.openxmlformats.org/officeDocument/2006/relationships" id="265" r:id="R5a99208be4e74828"/>
    <p:sldId xmlns:r="http://schemas.openxmlformats.org/officeDocument/2006/relationships" id="266" r:id="R6da844de7e2a4fe7"/>
    <p:sldId xmlns:r="http://schemas.openxmlformats.org/officeDocument/2006/relationships" id="267" r:id="R2edbf27cb3f74a94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b0755419745c7" /><Relationship Type="http://schemas.openxmlformats.org/officeDocument/2006/relationships/slideMaster" Target="/ppt/slideMasters/slideMaster1.xml" Id="R0ac3974718b64b57" /><Relationship Type="http://schemas.openxmlformats.org/officeDocument/2006/relationships/notesMaster" Target="/ppt/notesMasters/notesMaster1.xml" Id="R053033b73e54428b" /><Relationship Type="http://schemas.openxmlformats.org/officeDocument/2006/relationships/presProps" Target="/ppt/presProps.xml" Id="R1de3192c41f3400e" /><Relationship Type="http://schemas.openxmlformats.org/officeDocument/2006/relationships/tableStyles" Target="/ppt/tableStyles.xml" Id="R1b08e464a7054b5b" /><Relationship Type="http://schemas.openxmlformats.org/officeDocument/2006/relationships/slide" Target="/ppt/slides/slide1.xml" Id="R2c2dcce11c424eca" /><Relationship Type="http://schemas.openxmlformats.org/officeDocument/2006/relationships/slide" Target="/ppt/slides/slide2.xml" Id="R3d3e24c1f5694e01" /><Relationship Type="http://schemas.openxmlformats.org/officeDocument/2006/relationships/slide" Target="/ppt/slides/slide3.xml" Id="R96863cc97b4d4462" /><Relationship Type="http://schemas.openxmlformats.org/officeDocument/2006/relationships/slide" Target="/ppt/slides/slide4.xml" Id="R2397b7ece896404c" /><Relationship Type="http://schemas.openxmlformats.org/officeDocument/2006/relationships/slide" Target="/ppt/slides/slide5.xml" Id="Rf29b8b009d9c40cf" /><Relationship Type="http://schemas.openxmlformats.org/officeDocument/2006/relationships/slide" Target="/ppt/slides/slide6.xml" Id="Rfc61caae0f8543f4" /><Relationship Type="http://schemas.openxmlformats.org/officeDocument/2006/relationships/slide" Target="/ppt/slides/slide7.xml" Id="R17ed1322fafa424b" /><Relationship Type="http://schemas.openxmlformats.org/officeDocument/2006/relationships/slide" Target="/ppt/slides/slide8.xml" Id="R7e57b9ac07df4c75" /><Relationship Type="http://schemas.openxmlformats.org/officeDocument/2006/relationships/slide" Target="/ppt/slides/slide9.xml" Id="Rf17a959147aa4cc3" /><Relationship Type="http://schemas.openxmlformats.org/officeDocument/2006/relationships/slide" Target="/ppt/slides/slide10.xml" Id="R5a99208be4e74828" /><Relationship Type="http://schemas.openxmlformats.org/officeDocument/2006/relationships/slide" Target="/ppt/slides/slide11.xml" Id="R6da844de7e2a4fe7" /><Relationship Type="http://schemas.openxmlformats.org/officeDocument/2006/relationships/slide" Target="/ppt/slides/slide12.xml" Id="R2edbf27cb3f7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d0b2a51a15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51e2ef53a64d14" /><Relationship Type="http://schemas.openxmlformats.org/officeDocument/2006/relationships/notesMaster" Target="/ppt/notesMasters/notesMaster1.xml" Id="R0f1a23be7278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48fda8b0c24ed4" /><Relationship Type="http://schemas.openxmlformats.org/officeDocument/2006/relationships/notesMaster" Target="/ppt/notesMasters/notesMaster1.xml" Id="R046b3134f90e49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4f592569684e50" /><Relationship Type="http://schemas.openxmlformats.org/officeDocument/2006/relationships/notesMaster" Target="/ppt/notesMasters/notesMaster1.xml" Id="Rdd3de1e9dbf4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7a92210cd4121" /><Relationship Type="http://schemas.openxmlformats.org/officeDocument/2006/relationships/notesMaster" Target="/ppt/notesMasters/notesMaster1.xml" Id="Rf58a3fe661fb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6d820d344496e" /><Relationship Type="http://schemas.openxmlformats.org/officeDocument/2006/relationships/notesMaster" Target="/ppt/notesMasters/notesMaster1.xml" Id="R5af57165f8f44b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48bdabd2504cb8" /><Relationship Type="http://schemas.openxmlformats.org/officeDocument/2006/relationships/notesMaster" Target="/ppt/notesMasters/notesMaster1.xml" Id="Rd80ec09ed4d7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d63df7e0df4786" /><Relationship Type="http://schemas.openxmlformats.org/officeDocument/2006/relationships/notesMaster" Target="/ppt/notesMasters/notesMaster1.xml" Id="R47b6bee64cc34f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3c126691d4423" /><Relationship Type="http://schemas.openxmlformats.org/officeDocument/2006/relationships/notesMaster" Target="/ppt/notesMasters/notesMaster1.xml" Id="R8a1890a3666f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11903f68ac4d8c" /><Relationship Type="http://schemas.openxmlformats.org/officeDocument/2006/relationships/notesMaster" Target="/ppt/notesMasters/notesMaster1.xml" Id="R100f28ba8f6343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a960fb921949f8" /><Relationship Type="http://schemas.openxmlformats.org/officeDocument/2006/relationships/notesMaster" Target="/ppt/notesMasters/notesMaster1.xml" Id="R971771f724cc44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d2ba0360544b0a" /><Relationship Type="http://schemas.openxmlformats.org/officeDocument/2006/relationships/notesMaster" Target="/ppt/notesMasters/notesMaster1.xml" Id="Rfd1c42afe89d41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6b4ac4290d4670" /><Relationship Type="http://schemas.openxmlformats.org/officeDocument/2006/relationships/notesMaster" Target="/ppt/notesMasters/notesMaster1.xml" Id="R29203f33e066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참고자료: C:/Users/user/Downloads/10조 5주차 발표자료 (1).pdf</a:t>
            </a:r>
          </a:p>
          <a:p xmlns:a="http://schemas.openxmlformats.org/drawingml/2006/main">
            <a:r>
              <a:t>원본 표지의 팀 정보를 유지했습니다. 이번 자료는 지출·정산과 준비물 구현 보고이며, 특정 발표 주차는 임의로 지정하지 않았습니다.</a:t>
            </a:r>
          </a:p>
          <a:p xmlns:a="http://schemas.openxmlformats.org/drawingml/2006/main">
            <a:r>
              <a:t>발표: 여행 비용을 함께 기록하고 각자의 준비 상태를 확인하도록 연결한 기능을 소개하겠습니다.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발표: 비용 기록, 정산, 준비물을 서버 데이터로 연결했습니다. 세 기능 모두 여행 멤버가 조회할 수 있으며, 상태 변경 권한은 실제 담당자에게 제한했습니다.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참고자료: C:/Users/user/Downloads/10조 5주차 발표자료 (1).pdf — 3페이지.</a:t>
            </a:r>
          </a:p>
          <a:p xmlns:a="http://schemas.openxmlformats.org/drawingml/2006/main">
            <a:r>
              <a:t>필수 간트차트의 개발 내용, 주차, 기간과 원본 진행 표시를 모두 유지해 편집 가능한 표로 재구성했습니다. 원본은 1~6주차 항목까지 완료 표시가 있고, 비용 기록·정산은 7주차 계획입니다. 이번 구현 보고에서 원본의 완료 표시를 현재 전체 진척으로 해석하지 않습니다. 준비물은 원본 로드맵에 별도 항목이 없으며 이번 추가 구현 범위입니다.</a:t>
            </a:r>
          </a:p>
          <a:p xmlns:a="http://schemas.openxmlformats.org/drawingml/2006/main">
            <a:r>
              <a:t>발표: 기존 로드맵에서 비용 기록과 정산은 7주차 항목입니다. 이번에는 이 기능과 준비물 관리까지 구현했습니다.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화면 근거: frontend/src 내 ExpenseForm 및 expense API 연결 코드.</a:t>
            </a:r>
          </a:p>
          <a:p xmlns:a="http://schemas.openxmlformats.org/drawingml/2006/main">
            <a:r>
              <a:t>이 슬라이드의 식비 30,000원은 기능 설명을 위한 예시이며 실제 DB 내역이나 앱 캡처가 아닙니다.</a:t>
            </a:r>
          </a:p>
          <a:p xmlns:a="http://schemas.openxmlformats.org/drawingml/2006/main">
            <a:r>
              <a:t>발표: 결제자와 함께 부담할 멤버를 지정합니다. 균등 분할은 자동 계산하고 직접 지정은 분담 합계가 총액과 일치하는지 확인합니다. 소그룹과 메모도 서버에 저장됩니다.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예시: A가 30,000원을 결제하고 A/B/C가 10,000원씩 부담. 잔액은 A +20,000원, B -10,000원, C -10,000원. B→A 및 C→A 각 10,000원.</a:t>
            </a:r>
          </a:p>
          <a:p xmlns:a="http://schemas.openxmlformats.org/drawingml/2006/main">
            <a:r>
              <a:t>정산은 여행 전체 기준이며 소그룹 필터는 지출 목록에 적용됩니다. 송금 횟수가 항상 최소라는 보장은 없습니다.</a:t>
            </a:r>
          </a:p>
          <a:p xmlns:a="http://schemas.openxmlformats.org/drawingml/2006/main">
            <a:r>
              <a:t>발표: 잔액이 양수이면 받을 사람, 음수이면 보낼 사람입니다. 이 잔액을 연결해 송금 제안을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코드 근거: backend SettlementService 및 frontend settlement confirmation UI.</a:t>
            </a:r>
          </a:p>
          <a:p xmlns:a="http://schemas.openxmlformats.org/drawingml/2006/main">
            <a:r>
              <a:t>완료와 취소는 송금 수신자만 할 수 있습니다. 서버에서도 수신자 여부를 검사해 다른 사용자의 변경 요청을 403으로 거부합니다. 지출이 변경되면 settlement_revision이 증가해 새 정산 상태는 대기로 시작하며 예전 확인 기록은 보존됩니다. 실제 금융 송금 API는 없습니다.</a:t>
            </a:r>
          </a:p>
          <a:p xmlns:a="http://schemas.openxmlformats.org/drawingml/2006/main">
            <a:r>
              <a:t>발표: B가 A에게 보낼 금액이 있을 때 완료 버튼은 A에게만 보입니다. 금액이 바뀌면 오래된 확인 기록을 새 계산 결과에 적용하지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기존 packing_item 구조를 사용합니다. 모든 멤버가 각자 준비를 선택하면 등록 당시 ACTIVE 멤버마다 같은 이름의 개인 항목을 1개 생성하고 한 트랜잭션으로 저장합니다. 이후 합류한 멤버에게는 자동 생성되지 않습니다.</a:t>
            </a:r>
          </a:p>
          <a:p xmlns:a="http://schemas.openxmlformats.org/drawingml/2006/main">
            <a:r>
              <a:t>여권 예시는 실제 DB 데이터가 아닌 4명 여행의 설명용 데이터입니다. A만 체크했다면 1/4이며 다른 사람들의 상태는 바뀌지 않습니다.</a:t>
            </a:r>
          </a:p>
          <a:p xmlns:a="http://schemas.openxmlformats.org/drawingml/2006/main">
            <a:r>
              <a:t>발표: 공용 체크 하나가 끝나는 대신 각자 여권 항목을 갖게 됩니다. A가 챙긴 사실은 A의 완료 상태로만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UI 근거: 멤버별 준비 현황, 담당자 필터 및 전체/내 준비물/미완료 선택. 모든 멤버가 목록을 볼 수 있지만 완료/해제는 해당 항목 담당자만 가능하며 서버에도 같은 권한 검사가 있습니다. 홈과 여행 개요의 준비물 진행률은 개인 항목을 기준으로 집계합니다.</a:t>
            </a:r>
          </a:p>
          <a:p xmlns:a="http://schemas.openxmlformats.org/drawingml/2006/main">
            <a:r>
              <a:t>발표: 내 준비물로 내가 챙길 목록을 좁히고, 전체 목록에서는 누가 아직 준비하지 않았는지 확인할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Controller 근거: backend/src/main/java/com/travel/travelbackend/controller/ExpenseController.java, SettlementController.java, PackingController.java.</a:t>
            </a:r>
          </a:p>
          <a:p xmlns:a="http://schemas.openxmlformats.org/drawingml/2006/main">
            <a:r>
              <a:t>Expense CRUD: GET/POST /expenses, GET/PUT/DELETE /expenses/{id}. 정산 GET /settlement 및 PUT /settlement/confirmations. 준비물 CRUD와 PUT /packing-items/{id}/completion. 공통 prefix /api/v1/trips/{tripId}.</a:t>
            </a:r>
          </a:p>
          <a:p xmlns:a="http://schemas.openxmlformats.org/drawingml/2006/main">
            <a:r>
              <a:t>지출·정산 DB 변경은 사용자 사전 승인을 거쳐 이미 적용됐으며 준비물은 기존 스키마를 재사용했습니다.</a:t>
            </a:r>
          </a:p>
          <a:p xmlns:a="http://schemas.openxmlformats.org/drawingml/2006/main">
            <a:r>
              <a:t>발표: 화면의 기록은 각 API를 통해 서버에 저장됩니다. 정산 완료 상태도 별도 테이블에서 관리하며 준비물은 기존 구조를 활용했습니다.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같은 Idempotency-Key의 재시도는 중복 생성을 방지합니다. 지출은 정산 버전, 준비물은 항목 상태 토큰으로 동시 변경을 검증하고 충돌 시 409를 반환하며 화면에서 최신 데이터 재조회 안내를 제공합니다. 모든 멤버 준비물 생성은 한 트랜잭션으로 처리합니다. 화면 진입·앱 복귀·새로고침 시 공유 데이터를 갱신하며 실시간 푸시 동기화라고 주장하지 않습니다.</a:t>
            </a:r>
          </a:p>
          <a:p xmlns:a="http://schemas.openxmlformats.org/drawingml/2006/main">
            <a:r>
              <a:t>발표: 버튼을 숨기는 것에 더해 서버에서도 권한을 확인합니다. 통신 재시도나 동시 수정 때 생길 수 있는 중복과 오래된 변경도 막았습니다.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문서에 기록된 최신 검증 결과: 지출·정산 통합 테스트 23개, 준비물 API 통합 테스트 29개, 프론트엔드 전체 테스트 142개, 타입 검사 통과. 이번 발표자료 제작 중 테스트를 다시 실행한 수치가 아닙니다. 실제 브라우저/Android 사용 흐름 QA 완료는 주장하지 않습니다.</a:t>
            </a:r>
          </a:p>
          <a:p xmlns:a="http://schemas.openxmlformats.org/drawingml/2006/main">
            <a:r>
              <a:t>발표: 자동 검증에서는 저장, 계산, 권한과 재시도 흐름을 확인했습니다. Android에서 여러 계정으로 화면을 조작하는 확인은 다음 검증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발표: 이제 여행 비용을 함께 기록하고 정산 대상과 금액을 확인할 수 있으며 준비물도 각자의 상태로 관리할 수 있습니다. 이후 실제 기기와 다중 계정 사용 흐름을 확인하겠습니다. 질의응답을 받겠습니다.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0fbd58dc44f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d2a98bf6a4b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bc04d6ac842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069954e614c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f127d02e743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91a6bf9fa4d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B6BAFB-A79F-4F7B-B1A6-2ACFB7E81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16483F-A04A-4619-B684-2CB6DCA152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C066DF-8D04-4E84-BB1D-113AA1A6D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A2F49E-1D46-46AD-952C-233E888FE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B813F4-FF28-4B97-BE89-ADBC16E60D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4E60F4-6786-438E-8F05-6F1A0ADE7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1A3885-CC62-4FD4-8B0C-445C6A5A28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3EEB70-CB95-4AB6-84A1-9435F0BA03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4091F0-25FD-4E9F-A02C-DF44A5B35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7B95D-35D9-4C55-A477-081D011357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e36dd5ea748a0" /><Relationship Type="http://schemas.openxmlformats.org/officeDocument/2006/relationships/slideLayout" Target="/ppt/slideLayouts/slideLayout1.xml" Id="Rbcb26cf726df4a0c" /><Relationship Type="http://schemas.openxmlformats.org/officeDocument/2006/relationships/slideLayout" Target="/ppt/slideLayouts/slideLayout2.xml" Id="R8a4170cb33444130" /><Relationship Type="http://schemas.openxmlformats.org/officeDocument/2006/relationships/slideLayout" Target="/ppt/slideLayouts/slideLayout3.xml" Id="R5caf94671fa9486c" /><Relationship Type="http://schemas.openxmlformats.org/officeDocument/2006/relationships/slideLayout" Target="/ppt/slideLayouts/slideLayout4.xml" Id="R42d0de6e7a1a4113" /><Relationship Type="http://schemas.openxmlformats.org/officeDocument/2006/relationships/slideLayout" Target="/ppt/slideLayouts/slideLayout5.xml" Id="Re82621e7a8714a41" /><Relationship Type="http://schemas.openxmlformats.org/officeDocument/2006/relationships/slideLayout" Target="/ppt/slideLayouts/slideLayout6.xml" Id="Rf9571bceba7742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b26cf726df4a0c"/>
    <p:sldLayoutId xmlns:r="http://schemas.openxmlformats.org/officeDocument/2006/relationships" id="2147483650" r:id="R8a4170cb33444130"/>
    <p:sldLayoutId xmlns:r="http://schemas.openxmlformats.org/officeDocument/2006/relationships" id="2147483651" r:id="R5caf94671fa9486c"/>
    <p:sldLayoutId xmlns:r="http://schemas.openxmlformats.org/officeDocument/2006/relationships" id="2147483652" r:id="R42d0de6e7a1a4113"/>
    <p:sldLayoutId xmlns:r="http://schemas.openxmlformats.org/officeDocument/2006/relationships" id="2147483653" r:id="Re82621e7a8714a41"/>
    <p:sldLayoutId xmlns:r="http://schemas.openxmlformats.org/officeDocument/2006/relationships" id="2147483654" r:id="Rf9571bceba7742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f7976404a4f10" /><Relationship Type="http://schemas.openxmlformats.org/officeDocument/2006/relationships/notesSlide" Target="/ppt/notesSlides/notesSlide1.xml" Id="Read18917028e47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8500df3374081" /><Relationship Type="http://schemas.openxmlformats.org/officeDocument/2006/relationships/notesSlide" Target="/ppt/notesSlides/notesSlide2.xml" Id="R94dee4e4c972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39e534e8c42d8" /><Relationship Type="http://schemas.openxmlformats.org/officeDocument/2006/relationships/notesSlide" Target="/ppt/notesSlides/notesSlide3.xml" Id="Rb09261a5e6f94a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60f9e887c456d" /><Relationship Type="http://schemas.openxmlformats.org/officeDocument/2006/relationships/notesSlide" Target="/ppt/notesSlides/notesSlide4.xml" Id="R2d585080aba448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64abd40fa4078" /><Relationship Type="http://schemas.openxmlformats.org/officeDocument/2006/relationships/notesSlide" Target="/ppt/notesSlides/notesSlide5.xml" Id="R7dde0e2e11054c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616fe98fe4920" /><Relationship Type="http://schemas.openxmlformats.org/officeDocument/2006/relationships/notesSlide" Target="/ppt/notesSlides/notesSlide6.xml" Id="R99949366b11e43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8f999620f42dc" /><Relationship Type="http://schemas.openxmlformats.org/officeDocument/2006/relationships/notesSlide" Target="/ppt/notesSlides/notesSlide7.xml" Id="R49c26aaf9ab54a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f41962fbf4c3a" /><Relationship Type="http://schemas.openxmlformats.org/officeDocument/2006/relationships/notesSlide" Target="/ppt/notesSlides/notesSlide8.xml" Id="Re32cac00743f45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bd2115afe49b3" /><Relationship Type="http://schemas.openxmlformats.org/officeDocument/2006/relationships/notesSlide" Target="/ppt/notesSlides/notesSlide9.xml" Id="Ra518ed6bc80341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afaaa10b14bd0" /><Relationship Type="http://schemas.openxmlformats.org/officeDocument/2006/relationships/notesSlide" Target="/ppt/notesSlides/notesSlide10.xml" Id="R147f780aaccb4e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b1ad124a54c25" /><Relationship Type="http://schemas.openxmlformats.org/officeDocument/2006/relationships/notesSlide" Target="/ppt/notesSlides/notesSlide11.xml" Id="Rfc4f7c9a4f9941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4879a47bc4f02" /><Relationship Type="http://schemas.openxmlformats.org/officeDocument/2006/relationships/notesSlide" Target="/ppt/notesSlides/notesSlide12.xml" Id="R795dacfb8b9044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203DB-82C8-47EC-A046-00B2BAA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16B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FEC99A-3259-454D-AEC8-B88F0BC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A6718B9-DAFE-4902-A3C1-9E12B0C3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B781F4-4CF8-4D33-BE60-9797A73A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10조  ·  여행 통합 관리 앱</a:t>
            </a:r>
          </a:p>
        </p:txBody>
      </p:sp>
      <p:sp>
        <p:nvSpPr>
          <p:cNvPr id="5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9B538C63-215B-47A5-A310-6C33A6E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1200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WeGoTrip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5F56A4-9163-4835-8FED-1CAB65B2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181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지출 기록·정산과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 관리 구현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F26FD2-ADD2-40DA-AEE8-56819E3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2D5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C2D5E9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C2D5E9"/>
                </a:solidFill>
                <a:latin typeface="Pretendard"/>
                <a:ea typeface="Pretendard"/>
                <a:cs typeface="Pretendard"/>
              </a:rPr>
              <a:t>서버 저장부터 사용자별 권한과 상태 공유까지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B293D-84D6-4CC9-9A83-E46C44D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16B"/>
          </a:solidFill>
          <a:ln xmlns:a="http://schemas.openxmlformats.org/drawingml/2006/main" w="0">
            <a:noFill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669F626-569F-4CEA-A17C-9F7798A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219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최정흠  22011683     김시혁  22011685     윤호영  22011687</a:t>
            </a:r>
          </a:p>
        </p:txBody>
      </p:sp>
    </p:spTree>
    <p:extLst>
      <p:ext uri="{BB962C8B-B14F-4D97-AF65-F5344CB8AC3E}">
        <p14:creationId xmlns:p14="http://schemas.microsoft.com/office/powerpoint/2010/main" val="17336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426EEB2E-0CB9-4B55-AC65-F2E9845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구현 개요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1B79AF3A-EF5E-403C-AB84-FDFD6229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이번 구현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B3A88-8CC9-42A8-90F5-4B050CA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688022-2634-41F7-95C0-3BD6209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3E78F1D-C9E9-4D67-979F-15FE8034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86F063E-61E8-4283-A25A-2FEDA23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여행 멤버가 함께 확인하고, 각자가 맡은 상태를 관리합니다.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3884391-1608-4FC3-80A9-1D357951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D9E0743-BF5E-4D08-81C3-209FFF4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지출 기록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4A6CDE5-83D9-48E4-8CA5-EA93E11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결제자·참여자·분담금을 등록하고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소그룹과 메모를 함께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EA7AA-E1EF-481F-911E-79C887E1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24275"/>
            <a:ext cx="11144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D4B6A1B-1C44-4ABA-86F5-827D3B3B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34F810B-B4EE-4C91-A473-1CE211C6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정산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FDBDCAB-A24E-4729-AD2B-C0B17F0D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여행 전체의 결제액과 부담액을 비교해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누가 누구에게 보낼지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D4C64-04EA-4760-BB09-859B764C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11144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70D94E4-D1E8-4CF4-A39C-971D249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3DA5F35-39C4-4E71-A7A8-D25A3E24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368CD5F-3434-4A8C-AB08-6189F8F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38775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모든 멤버에게 개인 항목을 생성하고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담당자별 완료 상태를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42AD1-D469-4D7B-AB0B-74AAE3B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48425"/>
            <a:ext cx="11144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14820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545F080-7064-4B01-B413-FD1E2C9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개발 로드맵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E2F9543B-69E0-44B2-BF27-EFC1C4F0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프로젝트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1D41E-A066-4309-9217-226AF9D5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D49B55-75FC-43ED-9142-4F6030E7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EDEC21-E11F-4076-B440-670EE2B9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A900F5C-A76E-456C-B997-DDBE1220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049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추진 일정 (주차)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EFAA5-1615-45CA-B523-50FBABD94935}"/>
              </a:ext>
            </a:extLst>
          </p:cNvPr>
          <p:cNvGraphicFramePr/>
          <p:nvPr/>
        </p:nvGraphicFramePr>
        <p:xfrm>
          <a:off xmlns:a="http://schemas.openxmlformats.org/drawingml/2006/main" x="762000" y="2152650"/>
          <a:ext xmlns:a="http://schemas.openxmlformats.org/drawingml/2006/main" cx="12192000" cy="43434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"/>
                <a:gridCol w="3895725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1104900"/>
              </a:tblGrid>
              <a:tr h="3429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 내용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 및 기초 환경 구축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DB/API 설계 및 UI 뼈대 구축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2~3주차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로그인 및 여행방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 및 장소 등록 기능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여행 동선 시각화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비용 기록 및 정산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EAF4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 그룹 채팅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8주차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GPS 위치 공유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9~10주차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챗봇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11~13주차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통합 및 QA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69E74F8-C7F2-4DD1-A673-5B3BD4AB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43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원본 3페이지의 계획과 진행 표시를 유지한 간트차트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CD239D7-543B-4C21-932D-7C634FB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724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이번 보고: 지출·정산 + 준비물</a:t>
            </a:r>
          </a:p>
        </p:txBody>
      </p:sp>
    </p:spTree>
    <p:extLst>
      <p:ext uri="{BB962C8B-B14F-4D97-AF65-F5344CB8AC3E}">
        <p14:creationId xmlns:p14="http://schemas.microsoft.com/office/powerpoint/2010/main" val="1163906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EEC43BFF-F343-45D2-AA17-BCFEEAAF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지출 기록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44A35319-F8D4-40ED-9712-A00893FB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지출 기록과 분담금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29B74-C448-48C6-96EA-F1B0ED4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9EAD97-A96D-44BA-BC79-47D90CF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E62B7FC-1D23-431F-B603-F52C664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9938787-1429-498C-BAA0-10990D49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등록 데이터 예시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D5B2D-E603-4357-8CF9-59F6790E4F8E}"/>
              </a:ext>
            </a:extLst>
          </p:cNvPr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71628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24125"/>
                <a:gridCol w="4638675"/>
              </a:tblGrid>
              <a:tr h="514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지출 제목 · 금액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저녁 식사 · 30,000원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지출 날짜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2026.10.09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결제자 · 참여자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· A, B, 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분담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균등 분할 → 각 10,000원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소그룹 · 메모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· 해운대 식사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AFB6668-910F-4C7E-AA25-B15FE73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균등 분할 / 직접 지정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44B727F-8F5A-4096-AFB9-44CF4D5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참여자마다 실제 부담할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금액을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4365-F63D-42F5-A4F6-589D7A0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CC14DB6-2CAF-4E3C-8644-6B9661CE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6722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등록·수정·삭제 공유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FF5437E-3A45-4729-8A62-046D1AC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86350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목록과 정산 결과를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서버 데이터로 갱신합니다.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8AB6229C-5914-440C-838C-BBD82299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원화 정수 단위  ·  분담 합계 = 지출 총액</a:t>
            </a:r>
          </a:p>
        </p:txBody>
      </p:sp>
    </p:spTree>
    <p:extLst>
      <p:ext uri="{BB962C8B-B14F-4D97-AF65-F5344CB8AC3E}">
        <p14:creationId xmlns:p14="http://schemas.microsoft.com/office/powerpoint/2010/main" val="291893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FBF14E97-7AF9-47B4-A3B1-6EF7877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정산 계산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375D5F76-5B00-48EE-9C6E-2959C1D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결제액과 부담액으로 정산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1EDF9-0DEC-47E0-B443-B97DFC7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101E6E-513B-4F1A-8493-E716BCEF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CA3616E-DD78-4CAC-96A4-04AA319B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EA5158F-2236-434D-A4B3-7A7A672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잔액 = 결제액 − 부담액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9CB0F-485F-407C-82EF-88247B1C4F37}"/>
              </a:ext>
            </a:extLst>
          </p:cNvPr>
          <p:cNvGraphicFramePr/>
          <p:nvPr/>
        </p:nvGraphicFramePr>
        <p:xfrm>
          <a:off xmlns:a="http://schemas.openxmlformats.org/drawingml/2006/main" x="762000" y="2876550"/>
          <a:ext xmlns:a="http://schemas.openxmlformats.org/drawingml/2006/main" cx="7696200" cy="2952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952500"/>
                <a:gridCol w="2095500"/>
                <a:gridCol w="2095500"/>
                <a:gridCol w="2552700"/>
              </a:tblGrid>
              <a:tr h="5238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멤버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결제액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부담액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8096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+20,000원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10,000원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−10,000원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8096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0원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10,000원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−10,000원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D2048BC-B721-4AFC-880A-C1698CC9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송금 제안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DC922D3-FB46-43C4-9F09-C1663B3E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B → A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A54F002-07E6-4805-9466-351824E4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10,000원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491A312-7EF9-4EC1-B76B-39E8502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33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C → A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E2D339A-4E64-43C5-8A27-8AC52952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245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10,000원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360509E4-D0FE-40CC-B20C-6285A5F1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130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여행 전체 지출을 기준으로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967015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D5920F6-943D-4783-9F49-B1547F0B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정산 권한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12B21500-B351-4A50-88F5-08BCA87B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입금 확인은 받는 사람이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870EB-41D9-41D8-AC94-9EC369E6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5637EB-697E-42E1-AD9C-43C03BF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7779BB1-4B25-441E-88FA-A6FA99AB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EA81498-84B7-48D0-89EC-B096F894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B → A  10,000원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3B5ADA1-BB1F-409A-9112-8412631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은행 송금 후, A가 입금을 확인해 완료로 기록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3ADD0-AE3A-4638-AED7-4FCF293087F0}"/>
              </a:ext>
            </a:extLst>
          </p:cNvPr>
          <p:cNvGraphicFramePr/>
          <p:nvPr/>
        </p:nvGraphicFramePr>
        <p:xfrm>
          <a:off xmlns:a="http://schemas.openxmlformats.org/drawingml/2006/main" x="762000" y="3362325"/>
          <a:ext xmlns:a="http://schemas.openxmlformats.org/drawingml/2006/main" cx="12192000" cy="25241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0"/>
                <a:gridCol w="2952750"/>
                <a:gridCol w="4000500"/>
              </a:tblGrid>
              <a:tr h="5238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조회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 기록 · 취소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· 송금 받는 사람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B · 송금할 사람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 · 다른 멤버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B327DB7-2E43-41D9-8A7E-7AAD8B00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지출 변경 → 새 정산 버전 → 다시 입금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71A81F5-93F5-4317-A57D-36D8E65B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완료 기록은 수동 확인 기능이며 실제 송금 기능은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89288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9982CA5-56FD-43AB-B54A-0A53EB7D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준비물 등록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F89A886E-2FDB-4BC2-964C-F46E3E2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모두의 준비물을 개인 항목으로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A0F22-FC89-42D8-B6AC-89EF7DA9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3A6A44-F55E-440D-A1F5-A3AAA5D0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D1B470-B781-4E7C-8927-CED5365D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A92BF7D-CABE-4B67-9FFC-30BBBD4B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“모든 멤버가 각자 준비”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E5C5DE7-2D55-4AC3-84F0-6587790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905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여권 1개 등록</a:t>
            </a:r>
          </a:p>
          <a:p xmlns:a="http://schemas.openxmlformats.org/drawingml/2006/main">
            <a: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↓</a:t>
            </a:r>
          </a:p>
          <a:p xmlns:a="http://schemas.openxmlformats.org/drawingml/2006/main">
            <a: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현재 멤버 4명의 항목 생성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CD4C5E-3164-45F9-AB6F-7AE588B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A만 체크하면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C2B4E7B-977A-4710-9BEB-156F1B4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1 / 4 완료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E1BA5-C444-452A-9638-94DEED01C425}"/>
              </a:ext>
            </a:extLst>
          </p:cNvPr>
          <p:cNvGraphicFramePr/>
          <p:nvPr/>
        </p:nvGraphicFramePr>
        <p:xfrm>
          <a:off xmlns:a="http://schemas.openxmlformats.org/drawingml/2006/main" x="7000875" y="2381250"/>
          <a:ext xmlns:a="http://schemas.openxmlformats.org/drawingml/2006/main" cx="5953125" cy="35909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1428750"/>
                <a:gridCol w="2428875"/>
              </a:tblGrid>
              <a:tr h="5429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087E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D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5F287DC-3442-4750-80DA-8E35152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67475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등록 당시 여행 멤버 기준으로 생성합니다.</a:t>
            </a:r>
          </a:p>
        </p:txBody>
      </p:sp>
    </p:spTree>
    <p:extLst>
      <p:ext uri="{BB962C8B-B14F-4D97-AF65-F5344CB8AC3E}">
        <p14:creationId xmlns:p14="http://schemas.microsoft.com/office/powerpoint/2010/main" val="603799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62FCA0A4-712F-4BCE-B8EF-9184F3C1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준비물 조회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4886B9B2-0E59-4C5F-8D46-BA7CD6D2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담당자별 준비 상태와 진행률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6BBD8-0C12-49E4-BBB8-AB4B7220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C95630-A238-4124-A8B4-B1D787F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1494E6-695A-4D74-8615-D2F97E8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46370CE-A22D-41F3-80CD-FAEB8A75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내 준비물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F0EEFE3-7C63-4A2B-B701-90E9A37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내가 챙길 항목만</a:t>
            </a:r>
          </a:p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모아서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9DFF17-940C-4D67-8C55-BAC4D372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담당자별 상태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3279051-DE7B-415E-8F02-9096AE3E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멤버별 완료 수와</a:t>
            </a:r>
          </a:p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남은 항목 확인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A11F317-2892-40A7-BFFB-648BFB52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미완료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B4A3F27-E8C9-4804-8FDC-451E131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아직 챙기지 않은</a:t>
            </a:r>
          </a:p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준비물에 집중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90428-0985-48B1-92F3-99F998FD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56763-5562-4CC7-BB85-4F3602C76A72}"/>
              </a:ext>
            </a:extLst>
          </p:cNvPr>
          <p:cNvGraphicFramePr/>
          <p:nvPr/>
        </p:nvGraphicFramePr>
        <p:xfrm>
          <a:off xmlns:a="http://schemas.openxmlformats.org/drawingml/2006/main" x="762000" y="4619625"/>
          <a:ext xmlns:a="http://schemas.openxmlformats.org/drawingml/2006/main" cx="12192000" cy="18764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0"/>
                <a:gridCol w="2952750"/>
                <a:gridCol w="4000500"/>
              </a:tblGrid>
              <a:tr h="5429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 관계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조회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 체크 · 해제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 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다른 멤버의 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C0618357-3D25-4AF9-BEA2-1217E9DB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2465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홈과 여행 개요에도 개인 항목 기준 진행률을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333601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624FF63-EB38-43DF-AC75-85FAB8F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서버 구현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B5B1F64D-4375-456D-9BF9-1BA5A6F8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API와 데이터베이스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3A5DC-BD8D-4186-B10E-C0E1031A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ECB913-0323-4036-AF3E-6FBF5503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1F59F74-C737-4890-8276-27E89868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580FAF8-8C4D-468C-8F87-30026F26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공통 경로  /api/v1/trips/{tripId}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7A30F-696A-492F-BCD3-462FCAA0B4F2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2192000" cy="376237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952625"/>
                <a:gridCol w="5095875"/>
                <a:gridCol w="5143500"/>
              </a:tblGrid>
              <a:tr h="5334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API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위치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10763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/expenses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조회 · 등록 · 수정 · 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expense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expense_participant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10763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/settlement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/settlement/confirmations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trip.settlement_revision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settlement_confirmation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10763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/packing-items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/{id}/completion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packing_item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· 완료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00AEBF4-7572-426B-8614-DCE7F542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6075"/>
            <a:ext cx="1219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지출·정산: 승인된 DB 변경 반영    |    준비물: 기존 DB 구조 활용</a:t>
            </a:r>
          </a:p>
        </p:txBody>
      </p:sp>
    </p:spTree>
    <p:extLst>
      <p:ext uri="{BB962C8B-B14F-4D97-AF65-F5344CB8AC3E}">
        <p14:creationId xmlns:p14="http://schemas.microsoft.com/office/powerpoint/2010/main" val="1916840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2D8F8AB-B472-40C6-AB7A-B3F5444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예외 처리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7690EEFA-6790-4902-8A76-4547D3A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공유 데이터의 일관성 보호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72DF6-0BF6-4CEF-AD1C-BC25383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44FDCC5-1039-48AF-B9BE-C3D565E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EC7CAAC-21EE-42D0-8C3F-E4AECA2E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BD6D7-1D0F-4A4A-ADC5-EB2C9BBC01AF}"/>
              </a:ext>
            </a:extLst>
          </p:cNvPr>
          <p:cNvGraphicFramePr/>
          <p:nvPr/>
        </p:nvGraphicFramePr>
        <p:xfrm>
          <a:off xmlns:a="http://schemas.openxmlformats.org/drawingml/2006/main" x="762000" y="2276475"/>
          <a:ext xmlns:a="http://schemas.openxmlformats.org/drawingml/2006/main" cx="12192000" cy="395287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90875"/>
                <a:gridCol w="4572000"/>
                <a:gridCol w="4429125"/>
              </a:tblGrid>
              <a:tr h="5619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처리 방식</a:t>
                      </a:r>
                    </a:p>
                  </a:txBody>
                  <a:tcPr marL="91440" marR="91440" marT="45720" marB="45720" anchor="ctr"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solidFill>
                      <a:srgbClr val="152A45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다른 사람이 상태 변경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수신자 · 담당자 권한 검사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서버에서 변경 거부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저장 요청 재전송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식별자 재사용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등록 방지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4F7FA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동시에 같은 데이터 수정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버전 · 상태 토큰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최신 데이터 확인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모든 멤버 준비물 등록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여러 항목을 한 번에 저장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일부만 생성되는 상황 방지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5EDC091-034D-43EF-A4CE-335B6828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7975"/>
            <a:ext cx="1219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화면 진입 · 앱 복귀 · 새로고침 시 서버 상태 갱신</a:t>
            </a:r>
          </a:p>
        </p:txBody>
      </p:sp>
    </p:spTree>
    <p:extLst>
      <p:ext uri="{BB962C8B-B14F-4D97-AF65-F5344CB8AC3E}">
        <p14:creationId xmlns:p14="http://schemas.microsoft.com/office/powerpoint/2010/main" val="19967127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309C9EC6-8A90-4FD4-832A-0F0EE2D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구현 검증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49630E3A-7F5E-4FA2-A730-C0414B7B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검증 결과와 남은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5AB10-8E68-4107-9B1F-C215E431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1CFB0E1-2169-459B-B050-2097C84D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581E3A-EACA-4F04-B4DB-6FB8A6E6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C79338A-6634-4C24-B79F-43F9D6C4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자동 테스트 통과 수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CCCB971-46F2-4EA7-8D18-F1D1476C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9743FD2-B2E3-4AB3-AEEE-A6D2F939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지출·정산 API 테스트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F0878BD-D627-405C-97A2-51840106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18BADA3-6B29-4C12-9566-336260D5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준비물 API 테스트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A11A88F-DF3D-4369-BE20-1D6C4B8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142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A36319A-2DA2-41E1-B9EA-AE659E3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프론트엔드 전체 테스트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117B0-0228-4A43-9B33-4B8303D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2381EAA-B4C2-4086-9EA6-054BDC00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확인한 항목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23FABED-D001-40C7-B94F-7425279C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33950"/>
            <a:ext cx="942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저장·분담 계산·권한·중복 요청 처리  /  타입 검사 통과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68C5DD6-9E17-45AD-83A3-FAB9867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다음 확인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8DE98EF0-F60F-41A4-B23F-4F71E8C7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Android 사용 흐름  /  여러 계정의 상태 공유·동시 수정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D374B1D-72D8-402A-B60F-D750A0A2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43700"/>
            <a:ext cx="1219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수치는 구현 문서에 기록된 검증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19514715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5A51E-2898-4F83-B7F7-9C714A1E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16B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4BB5BF-EFC2-48A3-B34A-35247D49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D92A77-12CF-4DCE-950F-EA0D79B1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4AE0C7-D56A-4F5F-A6F0-26043627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WeGoTrip  ·  구현 보고</a:t>
            </a:r>
          </a:p>
        </p:txBody>
      </p:sp>
      <p:sp>
        <p:nvSpPr>
          <p:cNvPr id="5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9DB8CBD0-9730-4A4E-888A-65C16F51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066CD19-299E-4DAE-95A3-7D426556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2192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rPr>
              <a:t>지출은 함께 기록하고</a:t>
            </a:r>
          </a:p>
          <a:p xmlns:a="http://schemas.openxmlformats.org/drawingml/2006/main">
            <a: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rPr>
              <a:t>정산은 수신자가 확인하고</a:t>
            </a:r>
          </a:p>
          <a:p xmlns:a="http://schemas.openxmlformats.org/drawingml/2006/main">
            <a: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rPr>
              <a:t>준비물은 각자가 체크합니다.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07370B-C363-46B6-BDF1-7363783C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219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01952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2026-10-09T12:50:14.7620000Z</dcterms:created>
  <dcterms:modified xsi:type="dcterms:W3CDTF">2026-10-09T12:50:14.7620000Z</dcterms:modified>
</coreProperties>
</file>