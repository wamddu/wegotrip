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b24dee60874812" /><Relationship Type="http://schemas.openxmlformats.org/officeDocument/2006/relationships/extended-properties" Target="/docProps/app.xml" Id="Rd2f922b03af74596" /><Relationship Type="http://schemas.openxmlformats.org/officeDocument/2006/relationships/officeDocument" Target="/ppt/presentation.xml" Id="R9f016ae84da34e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6d3c193e9345ab"/>
  </p:sldMasterIdLst>
  <p:notesMasterIdLst>
    <p:notesMasterId xmlns:r="http://schemas.openxmlformats.org/officeDocument/2006/relationships" r:id="Ra72844815da8419a"/>
  </p:notesMasterIdLst>
  <p:sldIdLst>
    <p:sldId xmlns:r="http://schemas.openxmlformats.org/officeDocument/2006/relationships" id="256" r:id="R507045d8e95b4622"/>
    <p:sldId xmlns:r="http://schemas.openxmlformats.org/officeDocument/2006/relationships" id="257" r:id="R78722dd16f484085"/>
    <p:sldId xmlns:r="http://schemas.openxmlformats.org/officeDocument/2006/relationships" id="258" r:id="R82b55e6c47be4aff"/>
    <p:sldId xmlns:r="http://schemas.openxmlformats.org/officeDocument/2006/relationships" id="259" r:id="R95638b7405804d01"/>
    <p:sldId xmlns:r="http://schemas.openxmlformats.org/officeDocument/2006/relationships" id="260" r:id="R5934737d079e47e4"/>
    <p:sldId xmlns:r="http://schemas.openxmlformats.org/officeDocument/2006/relationships" id="261" r:id="R0a939e715d7d4311"/>
    <p:sldId xmlns:r="http://schemas.openxmlformats.org/officeDocument/2006/relationships" id="262" r:id="Rbd6e863a23824d7b"/>
    <p:sldId xmlns:r="http://schemas.openxmlformats.org/officeDocument/2006/relationships" id="263" r:id="Rb81a98df9e0e4d45"/>
    <p:sldId xmlns:r="http://schemas.openxmlformats.org/officeDocument/2006/relationships" id="264" r:id="R8045bb5273bc4510"/>
    <p:sldId xmlns:r="http://schemas.openxmlformats.org/officeDocument/2006/relationships" id="265" r:id="R19312cd0bfed454b"/>
    <p:sldId xmlns:r="http://schemas.openxmlformats.org/officeDocument/2006/relationships" id="266" r:id="Rf38d7936eca64eff"/>
    <p:sldId xmlns:r="http://schemas.openxmlformats.org/officeDocument/2006/relationships" id="267" r:id="R02262f0b39f4451f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5f4f5b6d1d4be3" /><Relationship Type="http://schemas.openxmlformats.org/officeDocument/2006/relationships/slideMaster" Target="/ppt/slideMasters/slideMaster1.xml" Id="Rf56d3c193e9345ab" /><Relationship Type="http://schemas.openxmlformats.org/officeDocument/2006/relationships/notesMaster" Target="/ppt/notesMasters/notesMaster1.xml" Id="Ra72844815da8419a" /><Relationship Type="http://schemas.openxmlformats.org/officeDocument/2006/relationships/presProps" Target="/ppt/presProps.xml" Id="Rcda37f50e8794328" /><Relationship Type="http://schemas.openxmlformats.org/officeDocument/2006/relationships/tableStyles" Target="/ppt/tableStyles.xml" Id="R20b7c52ef2384414" /><Relationship Type="http://schemas.openxmlformats.org/officeDocument/2006/relationships/slide" Target="/ppt/slides/slide1.xml" Id="R507045d8e95b4622" /><Relationship Type="http://schemas.openxmlformats.org/officeDocument/2006/relationships/slide" Target="/ppt/slides/slide2.xml" Id="R78722dd16f484085" /><Relationship Type="http://schemas.openxmlformats.org/officeDocument/2006/relationships/slide" Target="/ppt/slides/slide3.xml" Id="R82b55e6c47be4aff" /><Relationship Type="http://schemas.openxmlformats.org/officeDocument/2006/relationships/slide" Target="/ppt/slides/slide4.xml" Id="R95638b7405804d01" /><Relationship Type="http://schemas.openxmlformats.org/officeDocument/2006/relationships/slide" Target="/ppt/slides/slide5.xml" Id="R5934737d079e47e4" /><Relationship Type="http://schemas.openxmlformats.org/officeDocument/2006/relationships/slide" Target="/ppt/slides/slide6.xml" Id="R0a939e715d7d4311" /><Relationship Type="http://schemas.openxmlformats.org/officeDocument/2006/relationships/slide" Target="/ppt/slides/slide7.xml" Id="Rbd6e863a23824d7b" /><Relationship Type="http://schemas.openxmlformats.org/officeDocument/2006/relationships/slide" Target="/ppt/slides/slide8.xml" Id="Rb81a98df9e0e4d45" /><Relationship Type="http://schemas.openxmlformats.org/officeDocument/2006/relationships/slide" Target="/ppt/slides/slide9.xml" Id="R8045bb5273bc4510" /><Relationship Type="http://schemas.openxmlformats.org/officeDocument/2006/relationships/slide" Target="/ppt/slides/slide10.xml" Id="R19312cd0bfed454b" /><Relationship Type="http://schemas.openxmlformats.org/officeDocument/2006/relationships/slide" Target="/ppt/slides/slide11.xml" Id="Rf38d7936eca64eff" /><Relationship Type="http://schemas.openxmlformats.org/officeDocument/2006/relationships/slide" Target="/ppt/slides/slide12.xml" Id="R02262f0b39f445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2d814b93b84e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2ccb2f019e4bdd" /><Relationship Type="http://schemas.openxmlformats.org/officeDocument/2006/relationships/notesMaster" Target="/ppt/notesMasters/notesMaster1.xml" Id="Ra76dfb2aeb614b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fecca867a14b1b" /><Relationship Type="http://schemas.openxmlformats.org/officeDocument/2006/relationships/notesMaster" Target="/ppt/notesMasters/notesMaster1.xml" Id="R1d97c10b28b846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79b9bbad3e41ae" /><Relationship Type="http://schemas.openxmlformats.org/officeDocument/2006/relationships/notesMaster" Target="/ppt/notesMasters/notesMaster1.xml" Id="R363cf92fbb2a4e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612e9d129d4c71" /><Relationship Type="http://schemas.openxmlformats.org/officeDocument/2006/relationships/notesMaster" Target="/ppt/notesMasters/notesMaster1.xml" Id="R6e03cda4305446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eee3a24536404c" /><Relationship Type="http://schemas.openxmlformats.org/officeDocument/2006/relationships/notesMaster" Target="/ppt/notesMasters/notesMaster1.xml" Id="R973e4cbf707a42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6938a83806463c" /><Relationship Type="http://schemas.openxmlformats.org/officeDocument/2006/relationships/notesMaster" Target="/ppt/notesMasters/notesMaster1.xml" Id="R22d7f36d485c47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598db1ba2d4f02" /><Relationship Type="http://schemas.openxmlformats.org/officeDocument/2006/relationships/notesMaster" Target="/ppt/notesMasters/notesMaster1.xml" Id="R3b5319699e0e4c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70b8067afe4b88" /><Relationship Type="http://schemas.openxmlformats.org/officeDocument/2006/relationships/notesMaster" Target="/ppt/notesMasters/notesMaster1.xml" Id="Rca2f34a8f1d844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0808f81d084f08" /><Relationship Type="http://schemas.openxmlformats.org/officeDocument/2006/relationships/notesMaster" Target="/ppt/notesMasters/notesMaster1.xml" Id="Rb38492b8f21945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90296f7b6844a4" /><Relationship Type="http://schemas.openxmlformats.org/officeDocument/2006/relationships/notesMaster" Target="/ppt/notesMasters/notesMaster1.xml" Id="Rde0504b49bd049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64a221c8e846d7" /><Relationship Type="http://schemas.openxmlformats.org/officeDocument/2006/relationships/notesMaster" Target="/ppt/notesMasters/notesMaster1.xml" Id="Rfc43d5bed38a4e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beb84726ff4557" /><Relationship Type="http://schemas.openxmlformats.org/officeDocument/2006/relationships/notesMaster" Target="/ppt/notesMasters/notesMaster1.xml" Id="Rabe893e216ff42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참고자료: C:/Users/user/Downloads/10조 5주차 발표자료 (1).pdf</a:t>
            </a:r>
          </a:p>
          <a:p xmlns:a="http://schemas.openxmlformats.org/drawingml/2006/main">
            <a:r>
              <a:t>원본 표지의 팀 정보를 유지했습니다. 이번 자료는 지출·정산과 준비물 구현 보고이며, 특정 발표 주차는 임의로 지정하지 않았습니다.</a:t>
            </a:r>
          </a:p>
          <a:p xmlns:a="http://schemas.openxmlformats.org/drawingml/2006/main">
            <a:r>
              <a:t>발표: 여행 비용을 함께 기록하고 각자의 준비 상태를 확인하도록 연결한 기능을 소개하겠습니다.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C:/Programings/2026_2_창의학기제/docs/EXPENSE-SETTLEMENT-IMPLEMENTATION.md</a:t>
            </a:r>
          </a:p>
          <a:p xmlns:a="http://schemas.openxmlformats.org/drawingml/2006/main">
            <a:r>
              <a:t>구현 근거: C:/Programings/2026_2_창의학기제/docs/CHECKLIST-IMPLEMENTATION.md</a:t>
            </a:r>
          </a:p>
          <a:p xmlns:a="http://schemas.openxmlformats.org/drawingml/2006/main">
            <a:r>
              <a:t>발표: 비용 기록, 정산, 준비물을 서버 데이터로 연결했습니다. 세 기능 모두 여행 멤버가 조회할 수 있으며, 상태 변경 권한은 실제 담당자에게 제한했습니다.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참고자료: C:/Users/user/Downloads/10조 5주차 발표자료 (1).pdf — 3페이지.</a:t>
            </a:r>
          </a:p>
          <a:p xmlns:a="http://schemas.openxmlformats.org/drawingml/2006/main">
            <a:r>
              <a:t>필수 간트차트의 개발 내용, 주차, 기간과 원본 진행 표시를 모두 유지해 편집 가능한 표로 재구성했습니다. 원본은 1~6주차 항목까지 완료 표시가 있고, 비용 기록·정산은 7주차 계획입니다. 이번 구현 보고에서 원본의 완료 표시를 현재 전체 진척으로 해석하지 않습니다. 준비물은 원본 로드맵에 별도 항목이 없으며 이번 추가 구현 범위입니다.</a:t>
            </a:r>
          </a:p>
          <a:p xmlns:a="http://schemas.openxmlformats.org/drawingml/2006/main">
            <a:r>
              <a:t>발표: 기존 로드맵에서 비용 기록과 정산은 7주차 항목입니다. 이번에는 이 기능과 준비물 관리까지 구현했습니다.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C:/Programings/2026_2_창의학기제/docs/EXPENSE-SETTLEMENT-IMPLEMENTATION.md</a:t>
            </a:r>
          </a:p>
          <a:p xmlns:a="http://schemas.openxmlformats.org/drawingml/2006/main">
            <a:r>
              <a:t>화면 근거: frontend/src 내 ExpenseForm 및 expense API 연결 코드.</a:t>
            </a:r>
          </a:p>
          <a:p xmlns:a="http://schemas.openxmlformats.org/drawingml/2006/main">
            <a:r>
              <a:t>이 슬라이드의 식비 30,000원은 기능 설명을 위한 예시이며 실제 DB 내역이나 앱 캡처가 아닙니다.</a:t>
            </a:r>
          </a:p>
          <a:p xmlns:a="http://schemas.openxmlformats.org/drawingml/2006/main">
            <a:r>
              <a:t>발표: 결제자와 함께 부담할 멤버를 지정합니다. 균등 분할은 자동 계산하고 직접 지정은 분담 합계가 총액과 일치하는지 확인합니다. 소그룹과 메모도 서버에 저장됩니다.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C:/Programings/2026_2_창의학기제/docs/EXPENSE-SETTLEMENT-IMPLEMENTATION.md</a:t>
            </a:r>
          </a:p>
          <a:p xmlns:a="http://schemas.openxmlformats.org/drawingml/2006/main">
            <a:r>
              <a:t>예시: A가 30,000원을 결제하고 A/B/C가 10,000원씩 부담. 잔액은 A +20,000원, B -10,000원, C -10,000원. B→A 및 C→A 각 10,000원.</a:t>
            </a:r>
          </a:p>
          <a:p xmlns:a="http://schemas.openxmlformats.org/drawingml/2006/main">
            <a:r>
              <a:t>정산은 여행 전체 기준이며 소그룹 필터는 지출 목록에 적용됩니다. 송금 횟수가 항상 최소라는 보장은 없습니다.</a:t>
            </a:r>
          </a:p>
          <a:p xmlns:a="http://schemas.openxmlformats.org/drawingml/2006/main">
            <a:r>
              <a:t>발표: 잔액이 양수이면 받을 사람, 음수이면 보낼 사람입니다. 이 잔액을 연결해 송금 제안을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C:/Programings/2026_2_창의학기제/docs/EXPENSE-SETTLEMENT-IMPLEMENTATION.md</a:t>
            </a:r>
          </a:p>
          <a:p xmlns:a="http://schemas.openxmlformats.org/drawingml/2006/main">
            <a:r>
              <a:t>코드 근거: backend SettlementService 및 frontend settlement confirmation UI.</a:t>
            </a:r>
          </a:p>
          <a:p xmlns:a="http://schemas.openxmlformats.org/drawingml/2006/main">
            <a:r>
              <a:t>완료와 취소는 송금 수신자만 할 수 있습니다. 서버에서도 수신자 여부를 검사해 다른 사용자의 변경 요청을 403으로 거부합니다. 지출이 변경되면 settlement_revision이 증가해 새 정산 상태는 대기로 시작하며 예전 확인 기록은 보존됩니다. 실제 금융 송금 API는 없습니다.</a:t>
            </a:r>
          </a:p>
          <a:p xmlns:a="http://schemas.openxmlformats.org/drawingml/2006/main">
            <a:r>
              <a:t>발표: B가 A에게 보낼 금액이 있을 때 완료 버튼은 A에게만 보입니다. 금액이 바뀌면 오래된 확인 기록을 새 계산 결과에 적용하지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C:/Programings/2026_2_창의학기제/docs/CHECKLIST-IMPLEMENTATION.md</a:t>
            </a:r>
          </a:p>
          <a:p xmlns:a="http://schemas.openxmlformats.org/drawingml/2006/main">
            <a:r>
              <a:t>기존 packing_item 구조를 사용합니다. 모든 멤버가 각자 준비를 선택하면 등록 당시 ACTIVE 멤버마다 같은 이름의 개인 항목을 1개 생성하고 한 트랜잭션으로 저장합니다. 이후 합류한 멤버에게는 자동 생성되지 않습니다.</a:t>
            </a:r>
          </a:p>
          <a:p xmlns:a="http://schemas.openxmlformats.org/drawingml/2006/main">
            <a:r>
              <a:t>여권 예시는 실제 DB 데이터가 아닌 4명 여행의 설명용 데이터입니다. A만 체크했다면 1/4이며 다른 사람들의 상태는 바뀌지 않습니다.</a:t>
            </a:r>
          </a:p>
          <a:p xmlns:a="http://schemas.openxmlformats.org/drawingml/2006/main">
            <a:r>
              <a:t>발표: 공용 체크 하나가 끝나는 대신 각자 여권 항목을 갖게 됩니다. A가 챙긴 사실은 A의 완료 상태로만 반영됩니다.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C:/Programings/2026_2_창의학기제/docs/CHECKLIST-IMPLEMENTATION.md</a:t>
            </a:r>
          </a:p>
          <a:p xmlns:a="http://schemas.openxmlformats.org/drawingml/2006/main">
            <a:r>
              <a:t>UI 근거: 멤버별 준비 현황, 담당자 필터 및 전체/내 준비물/미완료 선택. 모든 멤버가 목록을 볼 수 있지만 완료/해제는 해당 항목 담당자만 가능하며 서버에도 같은 권한 검사가 있습니다. 홈과 여행 개요의 준비물 진행률은 개인 항목을 기준으로 집계합니다.</a:t>
            </a:r>
          </a:p>
          <a:p xmlns:a="http://schemas.openxmlformats.org/drawingml/2006/main">
            <a:r>
              <a:t>발표: 내 준비물로 내가 챙길 목록을 좁히고, 전체 목록에서는 누가 아직 준비하지 않았는지 확인할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C:/Programings/2026_2_창의학기제/docs/EXPENSE-SETTLEMENT-IMPLEMENTATION.md</a:t>
            </a:r>
          </a:p>
          <a:p xmlns:a="http://schemas.openxmlformats.org/drawingml/2006/main">
            <a:r>
              <a:t>구현 근거: C:/Programings/2026_2_창의학기제/docs/CHECKLIST-IMPLEMENTATION.md</a:t>
            </a:r>
          </a:p>
          <a:p xmlns:a="http://schemas.openxmlformats.org/drawingml/2006/main">
            <a:r>
              <a:t>Controller 근거: backend/src/main/java/com/travel/travelbackend/controller/ExpenseController.java, SettlementController.java, PackingController.java.</a:t>
            </a:r>
          </a:p>
          <a:p xmlns:a="http://schemas.openxmlformats.org/drawingml/2006/main">
            <a:r>
              <a:t>Expense CRUD: GET/POST /expenses, GET/PUT/DELETE /expenses/{id}. 정산 GET /settlement 및 PUT /settlement/confirmations. 준비물 CRUD와 PUT /packing-items/{id}/completion. 공통 prefix /api/v1/trips/{tripId}.</a:t>
            </a:r>
          </a:p>
          <a:p xmlns:a="http://schemas.openxmlformats.org/drawingml/2006/main">
            <a:r>
              <a:t>지출·정산 DB 변경은 사용자 사전 승인을 거쳐 이미 적용됐으며 준비물은 기존 스키마를 재사용했습니다.</a:t>
            </a:r>
          </a:p>
          <a:p xmlns:a="http://schemas.openxmlformats.org/drawingml/2006/main">
            <a:r>
              <a:t>발표: 화면의 기록은 각 API를 통해 서버에 저장됩니다. 정산 완료 상태도 별도 테이블에서 관리하며 준비물은 기존 구조를 활용했습니다.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C:/Programings/2026_2_창의학기제/docs/EXPENSE-SETTLEMENT-IMPLEMENTATION.md</a:t>
            </a:r>
          </a:p>
          <a:p xmlns:a="http://schemas.openxmlformats.org/drawingml/2006/main">
            <a:r>
              <a:t>구현 근거: C:/Programings/2026_2_창의학기제/docs/CHECKLIST-IMPLEMENTATION.md</a:t>
            </a:r>
          </a:p>
          <a:p xmlns:a="http://schemas.openxmlformats.org/drawingml/2006/main">
            <a:r>
              <a:t>같은 Idempotency-Key의 재시도는 중복 생성을 방지합니다. 지출은 정산 버전, 준비물은 항목 상태 토큰으로 동시 변경을 검증하고 충돌 시 409를 반환하며 화면에서 최신 데이터 재조회 안내를 제공합니다. 모든 멤버 준비물 생성은 한 트랜잭션으로 처리합니다. 화면 진입·앱 복귀·새로고침 시 공유 데이터를 갱신하며 실시간 푸시 동기화라고 주장하지 않습니다.</a:t>
            </a:r>
          </a:p>
          <a:p xmlns:a="http://schemas.openxmlformats.org/drawingml/2006/main">
            <a:r>
              <a:t>발표: 버튼을 숨기는 것에 더해 서버에서도 권한을 확인합니다. 통신 재시도나 동시 수정 때 생길 수 있는 중복과 오래된 변경도 막았습니다.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C:/Programings/2026_2_창의학기제/docs/EXPENSE-SETTLEMENT-IMPLEMENTATION.md</a:t>
            </a:r>
          </a:p>
          <a:p xmlns:a="http://schemas.openxmlformats.org/drawingml/2006/main">
            <a:r>
              <a:t>구현 근거: C:/Programings/2026_2_창의학기제/docs/CHECKLIST-IMPLEMENTATION.md</a:t>
            </a:r>
          </a:p>
          <a:p xmlns:a="http://schemas.openxmlformats.org/drawingml/2006/main">
            <a:r>
              <a:t>문서에 기록된 최신 검증 결과: 지출·정산 통합 테스트 23개, 준비물 API 통합 테스트 29개, 프론트엔드 전체 테스트 142개, 타입 검사 통과. 이번 발표자료 제작 중 테스트를 다시 실행한 수치가 아닙니다. 실제 브라우저/Android 사용 흐름 QA 완료는 주장하지 않습니다.</a:t>
            </a:r>
          </a:p>
          <a:p xmlns:a="http://schemas.openxmlformats.org/drawingml/2006/main">
            <a:r>
              <a:t>발표: 자동 검증에서는 저장, 계산, 권한과 재시도 흐름을 확인했습니다. Android에서 여러 계정으로 화면을 조작하는 확인은 다음 검증 항목입니다.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C:/Programings/2026_2_창의학기제/docs/EXPENSE-SETTLEMENT-IMPLEMENTATION.md</a:t>
            </a:r>
          </a:p>
          <a:p xmlns:a="http://schemas.openxmlformats.org/drawingml/2006/main">
            <a:r>
              <a:t>구현 근거: C:/Programings/2026_2_창의학기제/docs/CHECKLIST-IMPLEMENTATION.md</a:t>
            </a:r>
          </a:p>
          <a:p xmlns:a="http://schemas.openxmlformats.org/drawingml/2006/main">
            <a:r>
              <a:t>발표: 이제 여행 비용을 함께 기록하고 정산 대상과 금액을 확인할 수 있으며 준비물도 각자의 상태로 관리할 수 있습니다. 이후 실제 기기와 다중 계정 사용 흐름을 확인하겠습니다. 질의응답을 받겠습니다.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f36a957514c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6789dd03b4a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fb3cf154f46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a0e51c2324b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6eb5deb1340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64f25ba5a41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9A8362-FEB6-4C04-931A-4AAB1C2291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29146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969C0A-2055-4760-9052-93909D1C30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4243388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EBDC2C-BA17-4AC8-AAB5-56FD72DBE7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214688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F20969-A9F8-435E-B4C0-C2F820F27D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A74EBC-1ABF-46C9-B789-F7B2671A84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121729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20753B-CCE1-434F-8D1D-923F898703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2E5AE0-40DE-4A42-8957-E8FC265FBE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960C9-998A-400F-AF50-E09D1FA6FC7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9BD929-3AB8-4201-B1B8-FE41B9D354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27EDB6-9E30-4456-9457-48B3A2E8C2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1pPr>
            <a:lvl2pPr marL="6000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2pPr>
            <a:lvl3pPr marL="9429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3pPr>
            <a:lvl4pPr marL="12858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4pPr>
            <a:lvl5pPr marL="16287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5pPr>
            <a:lvl6pPr marL="19716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6pPr>
            <a:lvl7pPr marL="23145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7pPr>
            <a:lvl8pPr marL="26574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8pPr>
            <a:lvl9pPr marL="3000375" indent="-257175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5c079c2be542b2" /><Relationship Type="http://schemas.openxmlformats.org/officeDocument/2006/relationships/slideLayout" Target="/ppt/slideLayouts/slideLayout1.xml" Id="R91e843e06f45453f" /><Relationship Type="http://schemas.openxmlformats.org/officeDocument/2006/relationships/slideLayout" Target="/ppt/slideLayouts/slideLayout2.xml" Id="R2717e692d6f7421d" /><Relationship Type="http://schemas.openxmlformats.org/officeDocument/2006/relationships/slideLayout" Target="/ppt/slideLayouts/slideLayout3.xml" Id="Ra58cea0686794c3b" /><Relationship Type="http://schemas.openxmlformats.org/officeDocument/2006/relationships/slideLayout" Target="/ppt/slideLayouts/slideLayout4.xml" Id="R92625e3488ba435e" /><Relationship Type="http://schemas.openxmlformats.org/officeDocument/2006/relationships/slideLayout" Target="/ppt/slideLayouts/slideLayout5.xml" Id="Rce11e98b300a449f" /><Relationship Type="http://schemas.openxmlformats.org/officeDocument/2006/relationships/slideLayout" Target="/ppt/slideLayouts/slideLayout6.xml" Id="R76cc4006953943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e843e06f45453f"/>
    <p:sldLayoutId xmlns:r="http://schemas.openxmlformats.org/officeDocument/2006/relationships" id="2147483650" r:id="R2717e692d6f7421d"/>
    <p:sldLayoutId xmlns:r="http://schemas.openxmlformats.org/officeDocument/2006/relationships" id="2147483651" r:id="Ra58cea0686794c3b"/>
    <p:sldLayoutId xmlns:r="http://schemas.openxmlformats.org/officeDocument/2006/relationships" id="2147483652" r:id="R92625e3488ba435e"/>
    <p:sldLayoutId xmlns:r="http://schemas.openxmlformats.org/officeDocument/2006/relationships" id="2147483653" r:id="Rce11e98b300a449f"/>
    <p:sldLayoutId xmlns:r="http://schemas.openxmlformats.org/officeDocument/2006/relationships" id="2147483654" r:id="R76cc4006953943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1919cf72a4eb9" /><Relationship Type="http://schemas.openxmlformats.org/officeDocument/2006/relationships/notesSlide" Target="/ppt/notesSlides/notesSlide1.xml" Id="R2bf38407077748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44488ac5c4d3f" /><Relationship Type="http://schemas.openxmlformats.org/officeDocument/2006/relationships/notesSlide" Target="/ppt/notesSlides/notesSlide2.xml" Id="Rc5755939d34445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9ce4dd8aa847df" /><Relationship Type="http://schemas.openxmlformats.org/officeDocument/2006/relationships/notesSlide" Target="/ppt/notesSlides/notesSlide3.xml" Id="Re693b8312b914d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4a0f6239e45ac" /><Relationship Type="http://schemas.openxmlformats.org/officeDocument/2006/relationships/notesSlide" Target="/ppt/notesSlides/notesSlide4.xml" Id="R35e1afef3efa49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ea75d376f340f6" /><Relationship Type="http://schemas.openxmlformats.org/officeDocument/2006/relationships/notesSlide" Target="/ppt/notesSlides/notesSlide5.xml" Id="Reec5b02df18e41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f0aa8c5667471a" /><Relationship Type="http://schemas.openxmlformats.org/officeDocument/2006/relationships/notesSlide" Target="/ppt/notesSlides/notesSlide6.xml" Id="R73fba59bcbe540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c1730136c481c" /><Relationship Type="http://schemas.openxmlformats.org/officeDocument/2006/relationships/notesSlide" Target="/ppt/notesSlides/notesSlide7.xml" Id="R7f63b380eda940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2bc02bd9894dcc" /><Relationship Type="http://schemas.openxmlformats.org/officeDocument/2006/relationships/notesSlide" Target="/ppt/notesSlides/notesSlide8.xml" Id="Rc25923504e0646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cf6c1ee724947" /><Relationship Type="http://schemas.openxmlformats.org/officeDocument/2006/relationships/notesSlide" Target="/ppt/notesSlides/notesSlide9.xml" Id="Rffa7de68263049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eae3a5272a48a6" /><Relationship Type="http://schemas.openxmlformats.org/officeDocument/2006/relationships/notesSlide" Target="/ppt/notesSlides/notesSlide10.xml" Id="Ra43b6645d39444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428e3afdb447d1" /><Relationship Type="http://schemas.openxmlformats.org/officeDocument/2006/relationships/notesSlide" Target="/ppt/notesSlides/notesSlide11.xml" Id="R26e8e2c5685c4a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ce52ef74ca448a" /><Relationship Type="http://schemas.openxmlformats.org/officeDocument/2006/relationships/notesSlide" Target="/ppt/notesSlides/notesSlide12.xml" Id="R7dcc2031ddcb4f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D2262-AB84-442E-8D29-0616EF8E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16B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14D79E3-D864-4D2E-9F30-45002CA5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4C7D2DD-3464-41C0-9D9D-0D1BEB3D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BBB8047-9F26-4E42-ABBA-7E09B72C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AFC8E4"/>
                </a:solidFill>
                <a:latin typeface="Pretendard"/>
                <a:ea typeface="Pretendard"/>
                <a:cs typeface="Pretendard"/>
              </a:rPr>
              <a:t>10조  ·  여행 통합 관리 앱</a:t>
            </a:r>
          </a:p>
        </p:txBody>
      </p:sp>
      <p:sp>
        <p:nvSpPr>
          <p:cNvPr id="5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DB9D14B6-391C-4D14-9FC5-1F31B810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12001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7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WeGoTrip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2EDCDDD-9AD2-4F05-B9E1-7CB96B98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1811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지출 기록·정산과</a:t>
            </a:r>
          </a:p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준비물 관리 구현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5A986CF-77B9-46C3-B069-17C137C3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C2D5E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C2D5E9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C2D5E9"/>
                </a:solidFill>
                <a:latin typeface="Pretendard"/>
                <a:ea typeface="Pretendard"/>
                <a:cs typeface="Pretendard"/>
              </a:rPr>
              <a:t>서버 저장부터 사용자별 권한과 상태 공유까지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3DA6F-DB7C-4BED-9B0E-3B822F75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16B"/>
          </a:solidFill>
          <a:ln xmlns:a="http://schemas.openxmlformats.org/drawingml/2006/main" w="0">
            <a:noFill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03F7C5-513D-4A05-989F-38732E5B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1219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AFC8E4"/>
                </a:solidFill>
                <a:latin typeface="Pretendard"/>
                <a:ea typeface="Pretendard"/>
                <a:cs typeface="Pretendard"/>
              </a:rPr>
              <a:t>최정흠  22011683     김시혁  22011685     윤호영  22011687</a:t>
            </a:r>
          </a:p>
        </p:txBody>
      </p:sp>
    </p:spTree>
    <p:extLst>
      <p:ext uri="{BB962C8B-B14F-4D97-AF65-F5344CB8AC3E}">
        <p14:creationId xmlns:p14="http://schemas.microsoft.com/office/powerpoint/2010/main" val="72581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90295247-7AD4-4796-A537-E71B0C7B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구현 개요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37B38214-E7F3-4D09-87D3-BA574EDD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이번 구현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5D1D3-51C0-4E4A-A449-C55681A5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7231EAE-D6A0-49F9-9749-E43A75E3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B29797C-1786-452D-A22F-2FE7A961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14BE4DE-ECA8-467C-90A0-B55A6D80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219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여행 멤버가 함께 확인하고, 각자가 맡은 상태를 관리합니다.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4240B5C-88B7-4116-B7E7-228D9475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71B591C-4E05-4930-9E8E-D7CB2DE0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146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지출 기록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2463E08-5164-4DA2-AE96-27D072E4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결제자·참여자·분담금을 등록하고</a:t>
            </a:r>
          </a:p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소그룹과 메모를 함께 저장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85EA3-D036-483F-89B6-E7E8BC88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24275"/>
            <a:ext cx="11144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239E808-97B7-43AD-8A4C-641BB739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FAB805C-C64D-4769-B49E-F60EBF46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767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정산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5A6CACE-C2E9-4436-B99A-93692575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여행 전체의 결제액과 부담액을 비교해</a:t>
            </a:r>
          </a:p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누가 누구에게 보낼지 계산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6FCF3-B41A-4C62-A66E-08638F52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86350"/>
            <a:ext cx="11144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E04299D3-A0A7-4B02-A4E0-36CD98D8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38775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11978CA-6270-4BF3-87FD-FE3D9C3E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준비물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FD71E972-3B60-43F8-8576-D0F8BAE4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38775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모든 멤버에게 개인 항목을 생성하고</a:t>
            </a:r>
          </a:p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담당자별 완료 상태를 공유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DB7B2-A5D4-40F7-A4C1-6D55B4C8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448425"/>
            <a:ext cx="11144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425948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A4D15A9B-D584-4187-B9A2-A6D3A651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개발 로드맵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BB4A2DED-7892-4A0C-8007-6F032C14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프로젝트 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A09D6-DDE3-4825-B604-D75EF1E9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208DF39-2FB6-402E-8F68-FE5606CD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C76578E-0D1B-474D-96E5-8150A38B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7C54F7C-517E-4962-8D61-8638E16B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049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추진 일정 (주차)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EFE25-6EDE-4A99-A0B7-AC4E170351A0}"/>
              </a:ext>
            </a:extLst>
          </p:cNvPr>
          <p:cNvGraphicFramePr/>
          <p:nvPr/>
        </p:nvGraphicFramePr>
        <p:xfrm>
          <a:off xmlns:a="http://schemas.openxmlformats.org/drawingml/2006/main" x="762000" y="2152650"/>
          <a:ext xmlns:a="http://schemas.openxmlformats.org/drawingml/2006/main" cx="12192000" cy="43434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523875"/>
                <a:gridCol w="3895725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476250"/>
                <a:gridCol w="1104900"/>
              </a:tblGrid>
              <a:tr h="34290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개발 내용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기획 및 기초 환경 구축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769C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DB/API 설계 및 UI 뼈대 구축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769C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769C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2~3주차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로그인 및 여행방 기능 추가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769C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4주차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일정 및 장소 등록 기능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769C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5주차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여행 동선 시각화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1769C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6주차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769C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769C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비용 기록 및 정산 기능 추가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C6DEF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1769C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EAF4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실시간 그룹 채팅 기능 추가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C6DEF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8주차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GPS 위치 공유 기능 추가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C6DEF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C6DEF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9~10주차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챗봇 기능 추가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C6DEF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C6DEF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C6DEF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11~13주차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0" rIns="57150" bIns="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전체 통합 및 QA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C6DEF9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14주차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E2EE"/>
                      </a:solidFill>
                      <a:prstDash val="solid"/>
                    </a:lnL>
                    <a:lnR w="6668">
                      <a:solidFill>
                        <a:srgbClr val="D5E2EE"/>
                      </a:solidFill>
                      <a:prstDash val="solid"/>
                    </a:lnR>
                    <a:lnT w="6668">
                      <a:solidFill>
                        <a:srgbClr val="D5E2EE"/>
                      </a:solidFill>
                      <a:prstDash val="solid"/>
                    </a:lnT>
                    <a:lnB w="6668">
                      <a:solidFill>
                        <a:srgbClr val="D5E2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97916C89-CB25-4D12-BCB1-BB23CA03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43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원본 3페이지의 계획과 진행 표시를 유지한 간트차트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BD32E0B-FBFF-4AFA-85B9-7E3A9727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724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이번 보고: 지출·정산 + 준비물</a:t>
            </a:r>
          </a:p>
        </p:txBody>
      </p:sp>
    </p:spTree>
    <p:extLst>
      <p:ext uri="{BB962C8B-B14F-4D97-AF65-F5344CB8AC3E}">
        <p14:creationId xmlns:p14="http://schemas.microsoft.com/office/powerpoint/2010/main" val="329470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BEBE5226-999B-4534-B9FF-799FFE4E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지출 기록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09006EE5-F5C8-4DE0-846D-DB614F84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지출 기록과 분담금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DF6AD-948B-4044-856C-7E64AB06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AC9E55A-BDC1-46CA-ACA0-8CB4DB75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A108D15-201A-493F-ADB6-4A7D9664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2D0EB68-FE45-4C6D-B370-AFE66259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695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등록 데이터 예시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EE9BB-88BB-4C94-B023-639253D455AC}"/>
              </a:ext>
            </a:extLst>
          </p:cNvPr>
          <p:cNvGraphicFramePr/>
          <p:nvPr/>
        </p:nvGraphicFramePr>
        <p:xfrm>
          <a:off xmlns:a="http://schemas.openxmlformats.org/drawingml/2006/main" x="762000" y="2514600"/>
          <a:ext xmlns:a="http://schemas.openxmlformats.org/drawingml/2006/main" cx="7162800" cy="37528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524125"/>
                <a:gridCol w="4638675"/>
              </a:tblGrid>
              <a:tr h="514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 항목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</a:tr>
              <a:tr h="6477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지출 제목 · 금액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저녁 식사 · 30,000원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지출 날짜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2026.10.09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6477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결제자 · 참여자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 · A, B, 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분담 방식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균등 분할 → 각 10,000원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6477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소그룹 · 메모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전체 · 해운대 식사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397BD9E-858B-448E-97AF-A3DD0C13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균등 분할 / 직접 지정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1E19427-F574-4AFB-8A86-072EFA21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419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참여자마다 실제 부담할</a:t>
            </a:r>
          </a:p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금액을 저장합니다.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4CFE7-0679-4F1C-9A81-C5794970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4238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EB0D08DE-2327-4F7F-A3E2-07FCFEB7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67225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등록·수정·삭제 공유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76FDDC3D-01A5-4C8E-90E1-D2ABF7B5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86350"/>
            <a:ext cx="419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목록과 정산 결과를</a:t>
            </a:r>
          </a:p>
          <a:p xmlns:a="http://schemas.openxmlformats.org/drawingml/2006/main">
            <a:pPr algn="l">
              <a:def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서버 데이터로 갱신합니다.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909AC7BF-4C39-49FE-9E7C-C24C0CD5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1219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원화 정수 단위  ·  분담 합계 = 지출 총액</a:t>
            </a:r>
          </a:p>
        </p:txBody>
      </p:sp>
    </p:spTree>
    <p:extLst>
      <p:ext uri="{BB962C8B-B14F-4D97-AF65-F5344CB8AC3E}">
        <p14:creationId xmlns:p14="http://schemas.microsoft.com/office/powerpoint/2010/main" val="36197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C03287AE-CA2D-4A9D-A33C-0A40CA39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정산 계산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78EFA850-6547-4C0A-BA05-94B8172D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결제액과 부담액으로 정산 계산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CC85F-9E4A-4F03-BF7D-ED211999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99D19F4-6687-4C67-8B78-2E52C5A5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163D2EF-39AD-44BF-A28C-A7043A61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C1D3363-1129-4E64-8BFB-E814780B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잔액 = 결제액 − 부담액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3E6DD-7840-4677-A2E9-7AED304D5874}"/>
              </a:ext>
            </a:extLst>
          </p:cNvPr>
          <p:cNvGraphicFramePr/>
          <p:nvPr/>
        </p:nvGraphicFramePr>
        <p:xfrm>
          <a:off xmlns:a="http://schemas.openxmlformats.org/drawingml/2006/main" x="762000" y="2876550"/>
          <a:ext xmlns:a="http://schemas.openxmlformats.org/drawingml/2006/main" cx="7696200" cy="29527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952500"/>
                <a:gridCol w="2095500"/>
                <a:gridCol w="2095500"/>
                <a:gridCol w="2552700"/>
              </a:tblGrid>
              <a:tr h="52387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멤버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결제액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부담액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잔액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</a:tr>
              <a:tr h="8096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30,000원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10,000원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1">
                          <a:solidFill>
                            <a:srgbClr val="1769C9"/>
                          </a:solidFill>
                          <a:latin typeface="Pretendard"/>
                          <a:ea typeface="Pretendard"/>
                          <a:cs typeface="Pretendard"/>
                        </a:rPr>
                        <a:t>+20,000원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0원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10,000원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−10,000원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8096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0원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10,000원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−10,000원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983B146-28D6-4406-8459-6D07F03C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051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송금 제안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4EA63E10-541E-4BDC-88F2-4DEF98DA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76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B → A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A9E890C4-5E4A-487F-8BA2-C37F80CC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672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10,000원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79868F21-E9EC-4286-BE6B-BF3891BC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339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C → A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31E7E4B7-9055-43DC-AB65-17386EBE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7245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10,000원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32B9DFF1-9690-4A10-A540-CEC9C3F8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91300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여행 전체 지출을 기준으로 계산합니다.</a:t>
            </a:r>
          </a:p>
        </p:txBody>
      </p:sp>
    </p:spTree>
    <p:extLst>
      <p:ext uri="{BB962C8B-B14F-4D97-AF65-F5344CB8AC3E}">
        <p14:creationId xmlns:p14="http://schemas.microsoft.com/office/powerpoint/2010/main" val="1094553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B0CAA724-1155-407E-9B48-DA345A6C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정산 권한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5FC47D13-A65E-46C3-93DE-78E6DE44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입금 확인은 받는 사람이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D179A-F215-490C-8DCA-287546E8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FC0299A-12E1-418B-9EF6-DF2A6BE5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3580831-6438-44E6-9D77-AED9091D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1BC9C11-8D98-499F-8118-2B30652E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B → A  10,000원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2C6969B-5392-49C0-8B0D-0F92E048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219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은행 송금 후, A가 입금을 확인해 완료로 기록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03246-E42E-47C8-963A-B37783737819}"/>
              </a:ext>
            </a:extLst>
          </p:cNvPr>
          <p:cNvGraphicFramePr/>
          <p:nvPr/>
        </p:nvGraphicFramePr>
        <p:xfrm>
          <a:off xmlns:a="http://schemas.openxmlformats.org/drawingml/2006/main" x="762000" y="3362325"/>
          <a:ext xmlns:a="http://schemas.openxmlformats.org/drawingml/2006/main" cx="12192000" cy="25241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5238750"/>
                <a:gridCol w="2952750"/>
                <a:gridCol w="4000500"/>
              </a:tblGrid>
              <a:tr h="52387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조회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 기록 · 취소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 · 송금 받는 사람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B · 송금할 사람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C · 다른 멤버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9B6FBF0F-7C30-453E-9394-8099BC7F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219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지출 변경 → 새 정산 버전 → 다시 입금 확인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EFD4C2C5-4AC5-4578-AF7C-6262989A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72275"/>
            <a:ext cx="1219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완료 기록은 수동 확인 기능이며 실제 송금 기능은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20266262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8E757483-9344-4524-BF18-46DB64BA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준비물 등록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101FFBEA-9B2F-425C-AC1A-CE3129E2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모두의 준비물을 개인 항목으로 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629B2-E631-4344-89D7-9ECE5B44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70D192E-F6ED-45AD-8DA4-4E0F4B4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3A769F9-8455-42D2-BDF2-484BB110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9F6AB1E-9266-4C41-ADE0-C0602426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“모든 멤버가 각자 준비”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7DACE84-B23F-4955-93B4-BDBC5376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5905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여권 1개 등록</a:t>
            </a:r>
          </a:p>
          <a:p xmlns:a="http://schemas.openxmlformats.org/drawingml/2006/main">
            <a:pPr algn="l">
              <a:defRPr sz="26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↓</a:t>
            </a:r>
          </a:p>
          <a:p xmlns:a="http://schemas.openxmlformats.org/drawingml/2006/main">
            <a:pPr algn="l">
              <a:defRPr sz="26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현재 멤버 4명의 항목 생성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1E98A03-1935-4C6E-8D1B-64ECFEBD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A만 체크하면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379EFE2-5A75-428C-8A17-09459696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590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1 / 4 완료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D242F-9388-4FA8-88ED-FA40C1B8C297}"/>
              </a:ext>
            </a:extLst>
          </p:cNvPr>
          <p:cNvGraphicFramePr/>
          <p:nvPr/>
        </p:nvGraphicFramePr>
        <p:xfrm>
          <a:off xmlns:a="http://schemas.openxmlformats.org/drawingml/2006/main" x="7000875" y="2381250"/>
          <a:ext xmlns:a="http://schemas.openxmlformats.org/drawingml/2006/main" cx="5953125" cy="35909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095500"/>
                <a:gridCol w="1428750"/>
                <a:gridCol w="2428875"/>
              </a:tblGrid>
              <a:tr h="5429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준비물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</a:tr>
              <a:tr h="7620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087E8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미완료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7620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미완료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미완료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44FDD943-4F42-47D7-9129-F783AC5C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467475"/>
            <a:ext cx="595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등록 당시 여행 멤버 기준으로 생성합니다.</a:t>
            </a:r>
          </a:p>
        </p:txBody>
      </p:sp>
    </p:spTree>
    <p:extLst>
      <p:ext uri="{BB962C8B-B14F-4D97-AF65-F5344CB8AC3E}">
        <p14:creationId xmlns:p14="http://schemas.microsoft.com/office/powerpoint/2010/main" val="1362265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34280F07-C4EA-4F78-800E-4D377A83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준비물 조회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A82EDB62-866E-4016-BDCC-9218DF57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담당자별 준비 상태와 진행률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0FFCE-DB51-4152-987A-8E1821C4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E55B17C-3AC0-4B99-B6A1-6EB75F19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32781F6-F1B1-4C20-A1F6-20CBD31B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DA35FC0-4123-412F-9BE1-1FA108AC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내 준비물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52C5DA1-7864-48C0-AB1B-8B3C1964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내가 챙길 항목만</a:t>
            </a:r>
          </a:p>
          <a:p xmlns:a="http://schemas.openxmlformats.org/drawingml/2006/main">
            <a: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모아서 확인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2565A47-A485-4ADE-B667-A2308341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담당자별 상태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B6DB41-A6C2-4F50-90B5-BFFD4744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987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멤버별 완료 수와</a:t>
            </a:r>
          </a:p>
          <a:p xmlns:a="http://schemas.openxmlformats.org/drawingml/2006/main">
            <a: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남은 항목 확인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0EDBE3-951F-4384-BB3F-A307B16C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미완료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F0F844F-AE49-416A-897D-94D92723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987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아직 챙기지 않은</a:t>
            </a:r>
          </a:p>
          <a:p xmlns:a="http://schemas.openxmlformats.org/drawingml/2006/main">
            <a:pPr algn="l">
              <a:def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준비물에 집중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6E8B0-CF8F-440F-A350-B014955A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F0068-1A43-4FA3-96F7-C741C8EC4606}"/>
              </a:ext>
            </a:extLst>
          </p:cNvPr>
          <p:cNvGraphicFramePr/>
          <p:nvPr/>
        </p:nvGraphicFramePr>
        <p:xfrm>
          <a:off xmlns:a="http://schemas.openxmlformats.org/drawingml/2006/main" x="762000" y="4619625"/>
          <a:ext xmlns:a="http://schemas.openxmlformats.org/drawingml/2006/main" cx="12192000" cy="18764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5238750"/>
                <a:gridCol w="2952750"/>
                <a:gridCol w="4000500"/>
              </a:tblGrid>
              <a:tr h="5429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 관계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조회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완료 체크 · 해제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 준비물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다른 멤버의 준비물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불가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5FB24BDD-2EA8-48ED-8667-45DEBFFA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24650"/>
            <a:ext cx="1219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홈과 여행 개요에도 개인 항목 기준 진행률을 반영합니다.</a:t>
            </a:r>
          </a:p>
        </p:txBody>
      </p:sp>
    </p:spTree>
    <p:extLst>
      <p:ext uri="{BB962C8B-B14F-4D97-AF65-F5344CB8AC3E}">
        <p14:creationId xmlns:p14="http://schemas.microsoft.com/office/powerpoint/2010/main" val="14754711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BC1ACD0-256C-4E4C-A942-1575FF55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서버 구현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0326CD98-5B85-4A73-8D52-F8651090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API와 데이터베이스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772C3-9E3C-4D41-83A3-3F891D53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6D9D198-D386-4EE2-A3DC-88A199A4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C0EA62-5CCA-4BC1-94CE-45A051D9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687C7FC-F7B4-4AFD-9819-8929C44E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공통 경로  /api/v1/trips/{tripId}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D3530-D341-445C-93BC-593AA9481E67}"/>
              </a:ext>
            </a:extLst>
          </p:cNvPr>
          <p:cNvGraphicFramePr/>
          <p:nvPr/>
        </p:nvGraphicFramePr>
        <p:xfrm>
          <a:off xmlns:a="http://schemas.openxmlformats.org/drawingml/2006/main" x="762000" y="2571750"/>
          <a:ext xmlns:a="http://schemas.openxmlformats.org/drawingml/2006/main" cx="12192000" cy="376237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952625"/>
                <a:gridCol w="5095875"/>
                <a:gridCol w="5143500"/>
              </a:tblGrid>
              <a:tr h="5334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API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저장 위치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</a:tr>
              <a:tr h="10763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/expenses</a:t>
                      </a:r>
                    </a:p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조회 · 등록 · 수정 · 삭제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expense</a:t>
                      </a:r>
                    </a:p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expense_participant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763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/settlement</a:t>
                      </a:r>
                    </a:p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/settlement/confirmations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trip.settlement_revision</a:t>
                      </a:r>
                    </a:p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settlement_confirmation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10763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준비물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/packing-items</a:t>
                      </a:r>
                    </a:p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/{id}/completion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packing_item</a:t>
                      </a:r>
                    </a:p>
                    <a:p>
                      <a:pPr algn="l"/>
                      <a:r>
                        <a:rPr sz="2100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· 완료 상태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C01CA54-ADD1-4BAE-8615-3E89A424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96075"/>
            <a:ext cx="1219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지출·정산: 승인된 DB 변경 반영    |    준비물: 기존 DB 구조 활용</a:t>
            </a:r>
          </a:p>
        </p:txBody>
      </p:sp>
    </p:spTree>
    <p:extLst>
      <p:ext uri="{BB962C8B-B14F-4D97-AF65-F5344CB8AC3E}">
        <p14:creationId xmlns:p14="http://schemas.microsoft.com/office/powerpoint/2010/main" val="360974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1BC2C1F-851A-4469-94DB-73CE79DD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예외 처리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8525719F-A266-40EA-BD3D-EFF0FE03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공유 데이터의 일관성 보호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CF2C9-A07C-4F5D-84CD-1FDA639E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7308720-0170-4952-B3D4-C73D2F0C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29A3A0C-34A2-4831-B3BA-5A36E33F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DA40A-581F-4647-A987-C18432AEAFE6}"/>
              </a:ext>
            </a:extLst>
          </p:cNvPr>
          <p:cNvGraphicFramePr/>
          <p:nvPr/>
        </p:nvGraphicFramePr>
        <p:xfrm>
          <a:off xmlns:a="http://schemas.openxmlformats.org/drawingml/2006/main" x="762000" y="2276475"/>
          <a:ext xmlns:a="http://schemas.openxmlformats.org/drawingml/2006/main" cx="12192000" cy="395287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190875"/>
                <a:gridCol w="4572000"/>
                <a:gridCol w="4429125"/>
              </a:tblGrid>
              <a:tr h="56197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처리 방식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152A45"/>
                    </a:solidFill>
                  </a:tcPr>
                </a:tc>
              </a:tr>
              <a:tr h="8477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다른 사람이 상태 변경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수신자 · 담당자 권한 검사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서버에서 변경 거부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저장 요청 재전송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 식별자 재사용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중복 등록 방지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8477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동시에 같은 데이터 수정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버전 · 상태 토큰 비교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최신 데이터 확인 안내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모든 멤버 준비물 등록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여러 항목을 한 번에 저장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2344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일부만 생성되는 상황 방지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C"/>
                      </a:solidFill>
                      <a:prstDash val="solid"/>
                    </a:lnL>
                    <a:lnR w="9525">
                      <a:solidFill>
                        <a:srgbClr val="DCE4EC"/>
                      </a:solidFill>
                      <a:prstDash val="solid"/>
                    </a:lnR>
                    <a:lnT w="9525">
                      <a:solidFill>
                        <a:srgbClr val="DCE4EC"/>
                      </a:solidFill>
                      <a:prstDash val="solid"/>
                    </a:lnT>
                    <a:lnB w="9525">
                      <a:solidFill>
                        <a:srgbClr val="DCE4EC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3C1C9E2-A9AC-4BBA-A72E-415314B1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57975"/>
            <a:ext cx="1219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화면 진입 · 앱 복귀 · 새로고침 시 서버 상태 갱신</a:t>
            </a:r>
          </a:p>
        </p:txBody>
      </p:sp>
    </p:spTree>
    <p:extLst>
      <p:ext uri="{BB962C8B-B14F-4D97-AF65-F5344CB8AC3E}">
        <p14:creationId xmlns:p14="http://schemas.microsoft.com/office/powerpoint/2010/main" val="12385374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">
            <a:extLst xmlns:a="http://schemas.openxmlformats.org/drawingml/2006/main">
              <a:ext uri="{FF2B5EF4-FFF2-40B4-BE49-F238E27FC236}">
                <a16:creationId xmlns:a16="http://schemas.microsoft.com/office/drawing/2014/main" id="{FA10B767-19DA-4793-8AB3-7B6F24FB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구현 검증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98501E2B-E0E3-491C-AD82-13F11D8B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"/>
            <a:ext cx="1219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검증 결과와 남은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AF797-A4CE-4934-B412-4782C2ED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B63DA66-3DCA-49C0-BE18-6CEBCE62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DFE9F2A-A11A-4752-90EF-A926BD94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55FC65E-BF09-475E-907F-5FA5FA75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0225"/>
            <a:ext cx="1219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자동 테스트 통과 수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1C97D43-C8E5-4193-8BDA-01EED7EE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3714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C8253EA-F834-46EA-B098-8128E76E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지출·정산 API 테스트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D4429A5-6323-4CFB-9947-31980486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3714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3764C26-DFC3-4F1C-8E92-2F4D6821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671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준비물 API 테스트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4351E39-EACB-4CA9-87A1-7B216D23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3714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defRPr>
            </a:pPr>
            <a:r>
              <a:rPr sz="7200" b="1">
                <a:solidFill>
                  <a:srgbClr val="1769C9"/>
                </a:solidFill>
                <a:latin typeface="Pretendard"/>
                <a:ea typeface="Pretendard"/>
                <a:cs typeface="Pretendard"/>
              </a:rPr>
              <a:t>142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7012A58-2CA0-40B2-A8FA-397D43D1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671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52A45"/>
                </a:solidFill>
                <a:latin typeface="Pretendard"/>
                <a:ea typeface="Pretendard"/>
                <a:cs typeface="Pretendard"/>
              </a:rPr>
              <a:t>프론트엔드 전체 테스트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B2602-D939-4222-9727-75CC0BAA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A303F17-95DA-4C20-9814-C4AE4A9F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확인한 항목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9643C8C2-256D-4FCB-AC94-55986D3D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33950"/>
            <a:ext cx="942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저장·분담 계산·권한·중복 요청 처리  /  타입 검사 통과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8A32BF79-D785-4E03-8B9C-08A91DDF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E82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87E82"/>
                </a:solidFill>
                <a:latin typeface="Pretendard"/>
                <a:ea typeface="Pretendard"/>
                <a:cs typeface="Pretendard"/>
              </a:rPr>
              <a:t>다음 확인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77884A7B-A013-448B-867A-2753EFCF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81675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2344B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2344B"/>
                </a:solidFill>
                <a:latin typeface="Pretendard"/>
                <a:ea typeface="Pretendard"/>
                <a:cs typeface="Pretendard"/>
              </a:rPr>
              <a:t>Android 사용 흐름  /  여러 계정의 상태 공유·동시 수정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3996C643-8CAC-48BF-9F5E-D40F8D97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43700"/>
            <a:ext cx="1219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47589"/>
                </a:solidFill>
                <a:latin typeface="Pretendard"/>
                <a:ea typeface="Pretendard"/>
                <a:cs typeface="Pretendard"/>
              </a:rPr>
              <a:t>수치는 구현 문서에 기록된 검증 결과입니다.</a:t>
            </a:r>
          </a:p>
        </p:txBody>
      </p:sp>
    </p:spTree>
    <p:extLst>
      <p:ext uri="{BB962C8B-B14F-4D97-AF65-F5344CB8AC3E}">
        <p14:creationId xmlns:p14="http://schemas.microsoft.com/office/powerpoint/2010/main" val="3676693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39BE1-6BD3-486B-A99B-589E5A3A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16B"/>
          </a:solidFill>
          <a:ln xmlns:a="http://schemas.openxmlformats.org/drawingml/2006/main" w="0">
            <a:noFill/>
          </a:ln>
        </p:spPr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959CFF2-160A-49D4-88C2-D47C9422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rPr>
              <a:t>WeGoTrip  /  10조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55BE004-4AA2-43C5-A42F-E3BB8A10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3342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AFC8E4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5097A70-E303-4BBE-A11D-943E6426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AFC8E4"/>
                </a:solidFill>
                <a:latin typeface="Pretendard"/>
                <a:ea typeface="Pretendard"/>
                <a:cs typeface="Pretendard"/>
              </a:rPr>
              <a:t>WeGoTrip  ·  구현 보고</a:t>
            </a:r>
          </a:p>
        </p:txBody>
      </p:sp>
      <p:sp>
        <p:nvSpPr>
          <p:cNvPr id="5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D8F1036E-0DA1-41B9-AD24-A8973E6B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219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64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64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A143462-13CA-4545-9ABE-3AEE39D0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2192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D7E4F2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D7E4F2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D7E4F2"/>
                </a:solidFill>
                <a:latin typeface="Pretendard"/>
                <a:ea typeface="Pretendard"/>
                <a:cs typeface="Pretendard"/>
              </a:rPr>
              <a:t>지출은 함께 기록하고</a:t>
            </a:r>
          </a:p>
          <a:p xmlns:a="http://schemas.openxmlformats.org/drawingml/2006/main">
            <a:pPr algn="l">
              <a:defRPr sz="3000" b="0">
                <a:solidFill>
                  <a:srgbClr val="D7E4F2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D7E4F2"/>
                </a:solidFill>
                <a:latin typeface="Pretendard"/>
                <a:ea typeface="Pretendard"/>
                <a:cs typeface="Pretendard"/>
              </a:rPr>
              <a:t>정산은 수신자가 확인하고</a:t>
            </a:r>
          </a:p>
          <a:p xmlns:a="http://schemas.openxmlformats.org/drawingml/2006/main">
            <a:pPr algn="l">
              <a:defRPr sz="3000" b="0">
                <a:solidFill>
                  <a:srgbClr val="D7E4F2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D7E4F2"/>
                </a:solidFill>
                <a:latin typeface="Pretendard"/>
                <a:ea typeface="Pretendard"/>
                <a:cs typeface="Pretendard"/>
              </a:rPr>
              <a:t>준비물은 각자가 체크합니다.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A1FC4BF-364B-4689-8651-93CD3295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12192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AFC8E4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AFC8E4"/>
                </a:solidFill>
                <a:latin typeface="Pretendard"/>
                <a:ea typeface="Pretendard"/>
                <a:cs typeface="Pretendard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465430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2026-10-09T12:54:40.4420000Z</dcterms:created>
  <dcterms:modified xsi:type="dcterms:W3CDTF">2026-10-09T12:54:40.4430000Z</dcterms:modified>
</coreProperties>
</file>